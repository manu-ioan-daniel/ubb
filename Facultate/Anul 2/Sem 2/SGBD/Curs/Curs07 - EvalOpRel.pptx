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51" r:id="rId1"/>
    <p:sldMasterId id="2147483747" r:id="rId2"/>
  </p:sldMasterIdLst>
  <p:notesMasterIdLst>
    <p:notesMasterId r:id="rId27"/>
  </p:notesMasterIdLst>
  <p:handoutMasterIdLst>
    <p:handoutMasterId r:id="rId28"/>
  </p:handoutMasterIdLst>
  <p:sldIdLst>
    <p:sldId id="266" r:id="rId3"/>
    <p:sldId id="265" r:id="rId4"/>
    <p:sldId id="315" r:id="rId5"/>
    <p:sldId id="335" r:id="rId6"/>
    <p:sldId id="267" r:id="rId7"/>
    <p:sldId id="268" r:id="rId8"/>
    <p:sldId id="344" r:id="rId9"/>
    <p:sldId id="345" r:id="rId10"/>
    <p:sldId id="321" r:id="rId11"/>
    <p:sldId id="269" r:id="rId12"/>
    <p:sldId id="330" r:id="rId13"/>
    <p:sldId id="322" r:id="rId14"/>
    <p:sldId id="323" r:id="rId15"/>
    <p:sldId id="270" r:id="rId16"/>
    <p:sldId id="338" r:id="rId17"/>
    <p:sldId id="339" r:id="rId18"/>
    <p:sldId id="271" r:id="rId19"/>
    <p:sldId id="340" r:id="rId20"/>
    <p:sldId id="274" r:id="rId21"/>
    <p:sldId id="275" r:id="rId22"/>
    <p:sldId id="276" r:id="rId23"/>
    <p:sldId id="341" r:id="rId24"/>
    <p:sldId id="342" r:id="rId25"/>
    <p:sldId id="343" r:id="rId26"/>
  </p:sldIdLst>
  <p:sldSz cx="12192000" cy="6858000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Verdana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Verdana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Verdana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Verdana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Verdana" pitchFamily="34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Verdana" pitchFamily="34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Verdana" pitchFamily="34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Verdana" pitchFamily="34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Verdana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9900"/>
    <a:srgbClr val="FF0000"/>
    <a:srgbClr val="C0C0C0"/>
    <a:srgbClr val="5F5F5F"/>
    <a:srgbClr val="80808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7889" autoAdjust="0"/>
    <p:restoredTop sz="74849" autoAdjust="0"/>
  </p:normalViewPr>
  <p:slideViewPr>
    <p:cSldViewPr>
      <p:cViewPr varScale="1">
        <p:scale>
          <a:sx n="79" d="100"/>
          <a:sy n="79" d="100"/>
        </p:scale>
        <p:origin x="2160" y="84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  <p:sldLst>
      <p:sld r:id="rId1" collapse="1"/>
      <p:sld r:id="rId2" collapse="1"/>
    </p:sldLst>
  </p:outlineViewPr>
  <p:notesTextViewPr>
    <p:cViewPr>
      <p:scale>
        <a:sx n="100" d="100"/>
        <a:sy n="100" d="100"/>
      </p:scale>
      <p:origin x="0" y="0"/>
    </p:cViewPr>
  </p:notesTextViewPr>
  <p:notesViewPr>
    <p:cSldViewPr>
      <p:cViewPr varScale="1">
        <p:scale>
          <a:sx n="60" d="100"/>
          <a:sy n="60" d="100"/>
        </p:scale>
        <p:origin x="-1764" y="-84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34" Type="http://schemas.openxmlformats.org/officeDocument/2006/relationships/customXml" Target="../customXml/item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microsoft.com/office/2016/11/relationships/changesInfo" Target="changesInfos/changesInfo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tableStyles" Target="tableStyle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handoutMaster" Target="handoutMasters/handoutMaster1.xml"/><Relationship Id="rId36" Type="http://schemas.openxmlformats.org/officeDocument/2006/relationships/customXml" Target="../customXml/item3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theme" Target="theme/theme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notesMaster" Target="notesMasters/notesMaster1.xml"/><Relationship Id="rId30" Type="http://schemas.openxmlformats.org/officeDocument/2006/relationships/viewProps" Target="viewProps.xml"/><Relationship Id="rId35" Type="http://schemas.openxmlformats.org/officeDocument/2006/relationships/customXml" Target="../customXml/item2.xml"/><Relationship Id="rId8" Type="http://schemas.openxmlformats.org/officeDocument/2006/relationships/slide" Target="slides/slide6.xml"/></Relationships>
</file>

<file path=ppt/_rels/viewProps.xml.rels><?xml version="1.0" encoding="UTF-8" standalone="yes"?>
<Relationships xmlns="http://schemas.openxmlformats.org/package/2006/relationships"><Relationship Id="rId2" Type="http://schemas.openxmlformats.org/officeDocument/2006/relationships/slide" Target="slides/slide22.xml"/><Relationship Id="rId1" Type="http://schemas.openxmlformats.org/officeDocument/2006/relationships/slide" Target="slides/slide2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an Suciu" userId="10bb65c167223f43" providerId="LiveId" clId="{B4B6EEBE-1AD9-4F47-BA95-52AAA6D8EC30}"/>
    <pc:docChg chg="modSld">
      <pc:chgData name="Dan Suciu" userId="10bb65c167223f43" providerId="LiveId" clId="{B4B6EEBE-1AD9-4F47-BA95-52AAA6D8EC30}" dt="2019-04-15T11:15:24.336" v="17"/>
      <pc:docMkLst>
        <pc:docMk/>
      </pc:docMkLst>
      <pc:sldChg chg="modSp">
        <pc:chgData name="Dan Suciu" userId="10bb65c167223f43" providerId="LiveId" clId="{B4B6EEBE-1AD9-4F47-BA95-52AAA6D8EC30}" dt="2019-04-15T11:14:22.876" v="9" actId="122"/>
        <pc:sldMkLst>
          <pc:docMk/>
          <pc:sldMk cId="0" sldId="268"/>
        </pc:sldMkLst>
        <pc:spChg chg="mod">
          <ac:chgData name="Dan Suciu" userId="10bb65c167223f43" providerId="LiveId" clId="{B4B6EEBE-1AD9-4F47-BA95-52AAA6D8EC30}" dt="2019-04-15T11:14:22.876" v="9" actId="122"/>
          <ac:spMkLst>
            <pc:docMk/>
            <pc:sldMk cId="0" sldId="268"/>
            <ac:spMk id="7172" creationId="{00000000-0000-0000-0000-000000000000}"/>
          </ac:spMkLst>
        </pc:spChg>
      </pc:sldChg>
      <pc:sldChg chg="modAnim">
        <pc:chgData name="Dan Suciu" userId="10bb65c167223f43" providerId="LiveId" clId="{B4B6EEBE-1AD9-4F47-BA95-52AAA6D8EC30}" dt="2019-04-15T11:15:24.336" v="17"/>
        <pc:sldMkLst>
          <pc:docMk/>
          <pc:sldMk cId="0" sldId="269"/>
        </pc:sldMkLst>
      </pc:sldChg>
      <pc:sldChg chg="modSp">
        <pc:chgData name="Dan Suciu" userId="10bb65c167223f43" providerId="LiveId" clId="{B4B6EEBE-1AD9-4F47-BA95-52AAA6D8EC30}" dt="2019-04-15T11:12:49.778" v="2" actId="1076"/>
        <pc:sldMkLst>
          <pc:docMk/>
          <pc:sldMk cId="0" sldId="315"/>
        </pc:sldMkLst>
        <pc:spChg chg="mod">
          <ac:chgData name="Dan Suciu" userId="10bb65c167223f43" providerId="LiveId" clId="{B4B6EEBE-1AD9-4F47-BA95-52AAA6D8EC30}" dt="2019-04-15T11:12:49.778" v="2" actId="1076"/>
          <ac:spMkLst>
            <pc:docMk/>
            <pc:sldMk cId="0" sldId="315"/>
            <ac:spMk id="5124" creationId="{00000000-0000-0000-0000-000000000000}"/>
          </ac:spMkLst>
        </pc:spChg>
      </pc:sldChg>
      <pc:sldChg chg="modSp">
        <pc:chgData name="Dan Suciu" userId="10bb65c167223f43" providerId="LiveId" clId="{B4B6EEBE-1AD9-4F47-BA95-52AAA6D8EC30}" dt="2019-04-15T11:15:06.571" v="16" actId="20577"/>
        <pc:sldMkLst>
          <pc:docMk/>
          <pc:sldMk cId="0" sldId="321"/>
        </pc:sldMkLst>
        <pc:spChg chg="mod">
          <ac:chgData name="Dan Suciu" userId="10bb65c167223f43" providerId="LiveId" clId="{B4B6EEBE-1AD9-4F47-BA95-52AAA6D8EC30}" dt="2019-04-15T11:15:06.571" v="16" actId="20577"/>
          <ac:spMkLst>
            <pc:docMk/>
            <pc:sldMk cId="0" sldId="321"/>
            <ac:spMk id="8196" creationId="{00000000-0000-0000-0000-000000000000}"/>
          </ac:spMkLst>
        </pc:spChg>
      </pc:sldChg>
      <pc:sldChg chg="modSp">
        <pc:chgData name="Dan Suciu" userId="10bb65c167223f43" providerId="LiveId" clId="{B4B6EEBE-1AD9-4F47-BA95-52AAA6D8EC30}" dt="2019-04-15T11:13:40" v="7" actId="20577"/>
        <pc:sldMkLst>
          <pc:docMk/>
          <pc:sldMk cId="4218237969" sldId="335"/>
        </pc:sldMkLst>
        <pc:spChg chg="mod">
          <ac:chgData name="Dan Suciu" userId="10bb65c167223f43" providerId="LiveId" clId="{B4B6EEBE-1AD9-4F47-BA95-52AAA6D8EC30}" dt="2019-04-15T11:13:40" v="7" actId="20577"/>
          <ac:spMkLst>
            <pc:docMk/>
            <pc:sldMk cId="4218237969" sldId="335"/>
            <ac:spMk id="5124" creationId="{00000000-0000-0000-0000-000000000000}"/>
          </ac:spMkLst>
        </pc:spChg>
      </pc:sldChg>
    </pc:docChg>
  </pc:docChgLst>
  <pc:docChgLst>
    <pc:chgData name="Dan Suciu" userId="10bb65c167223f43" providerId="LiveId" clId="{8A142E6A-A1DC-4B8F-9ED6-68489F3FD0F8}"/>
    <pc:docChg chg="undo custSel addSld delSld modSld modMainMaster modNotesMaster">
      <pc:chgData name="Dan Suciu" userId="10bb65c167223f43" providerId="LiveId" clId="{8A142E6A-A1DC-4B8F-9ED6-68489F3FD0F8}" dt="2021-04-12T12:45:50.151" v="222" actId="1076"/>
      <pc:docMkLst>
        <pc:docMk/>
      </pc:docMkLst>
      <pc:sldChg chg="modSp mod">
        <pc:chgData name="Dan Suciu" userId="10bb65c167223f43" providerId="LiveId" clId="{8A142E6A-A1DC-4B8F-9ED6-68489F3FD0F8}" dt="2021-04-12T11:52:56.948" v="15" actId="1076"/>
        <pc:sldMkLst>
          <pc:docMk/>
          <pc:sldMk cId="0" sldId="265"/>
        </pc:sldMkLst>
        <pc:spChg chg="mod">
          <ac:chgData name="Dan Suciu" userId="10bb65c167223f43" providerId="LiveId" clId="{8A142E6A-A1DC-4B8F-9ED6-68489F3FD0F8}" dt="2021-04-12T11:52:54.036" v="14" actId="14100"/>
          <ac:spMkLst>
            <pc:docMk/>
            <pc:sldMk cId="0" sldId="265"/>
            <ac:spMk id="4099" creationId="{00000000-0000-0000-0000-000000000000}"/>
          </ac:spMkLst>
        </pc:spChg>
        <pc:spChg chg="mod">
          <ac:chgData name="Dan Suciu" userId="10bb65c167223f43" providerId="LiveId" clId="{8A142E6A-A1DC-4B8F-9ED6-68489F3FD0F8}" dt="2021-04-12T11:52:56.948" v="15" actId="1076"/>
          <ac:spMkLst>
            <pc:docMk/>
            <pc:sldMk cId="0" sldId="265"/>
            <ac:spMk id="4100" creationId="{00000000-0000-0000-0000-000000000000}"/>
          </ac:spMkLst>
        </pc:spChg>
      </pc:sldChg>
      <pc:sldChg chg="modSp add del mod setBg">
        <pc:chgData name="Dan Suciu" userId="10bb65c167223f43" providerId="LiveId" clId="{8A142E6A-A1DC-4B8F-9ED6-68489F3FD0F8}" dt="2021-04-12T11:51:33.440" v="11"/>
        <pc:sldMkLst>
          <pc:docMk/>
          <pc:sldMk cId="3782693087" sldId="266"/>
        </pc:sldMkLst>
        <pc:spChg chg="mod">
          <ac:chgData name="Dan Suciu" userId="10bb65c167223f43" providerId="LiveId" clId="{8A142E6A-A1DC-4B8F-9ED6-68489F3FD0F8}" dt="2021-04-12T11:51:12.176" v="6" actId="27636"/>
          <ac:spMkLst>
            <pc:docMk/>
            <pc:sldMk cId="3782693087" sldId="266"/>
            <ac:spMk id="12" creationId="{84FEBB7C-E1C8-4DAD-8087-87548D9D335E}"/>
          </ac:spMkLst>
        </pc:spChg>
        <pc:spChg chg="mod">
          <ac:chgData name="Dan Suciu" userId="10bb65c167223f43" providerId="LiveId" clId="{8A142E6A-A1DC-4B8F-9ED6-68489F3FD0F8}" dt="2021-04-12T11:51:33.440" v="11"/>
          <ac:spMkLst>
            <pc:docMk/>
            <pc:sldMk cId="3782693087" sldId="266"/>
            <ac:spMk id="13" creationId="{9161D560-1E63-4EB8-8911-97118B5AFB6C}"/>
          </ac:spMkLst>
        </pc:spChg>
      </pc:sldChg>
      <pc:sldChg chg="modSp mod">
        <pc:chgData name="Dan Suciu" userId="10bb65c167223f43" providerId="LiveId" clId="{8A142E6A-A1DC-4B8F-9ED6-68489F3FD0F8}" dt="2021-04-12T12:12:14.084" v="25" actId="1076"/>
        <pc:sldMkLst>
          <pc:docMk/>
          <pc:sldMk cId="0" sldId="267"/>
        </pc:sldMkLst>
        <pc:spChg chg="mod">
          <ac:chgData name="Dan Suciu" userId="10bb65c167223f43" providerId="LiveId" clId="{8A142E6A-A1DC-4B8F-9ED6-68489F3FD0F8}" dt="2021-04-12T12:12:11.396" v="24" actId="1076"/>
          <ac:spMkLst>
            <pc:docMk/>
            <pc:sldMk cId="0" sldId="267"/>
            <ac:spMk id="6147" creationId="{00000000-0000-0000-0000-000000000000}"/>
          </ac:spMkLst>
        </pc:spChg>
        <pc:spChg chg="mod">
          <ac:chgData name="Dan Suciu" userId="10bb65c167223f43" providerId="LiveId" clId="{8A142E6A-A1DC-4B8F-9ED6-68489F3FD0F8}" dt="2021-04-12T12:12:14.084" v="25" actId="1076"/>
          <ac:spMkLst>
            <pc:docMk/>
            <pc:sldMk cId="0" sldId="267"/>
            <ac:spMk id="6148" creationId="{00000000-0000-0000-0000-000000000000}"/>
          </ac:spMkLst>
        </pc:spChg>
      </pc:sldChg>
      <pc:sldChg chg="modSp mod">
        <pc:chgData name="Dan Suciu" userId="10bb65c167223f43" providerId="LiveId" clId="{8A142E6A-A1DC-4B8F-9ED6-68489F3FD0F8}" dt="2021-04-12T12:13:03.127" v="60" actId="1036"/>
        <pc:sldMkLst>
          <pc:docMk/>
          <pc:sldMk cId="0" sldId="268"/>
        </pc:sldMkLst>
        <pc:spChg chg="mod">
          <ac:chgData name="Dan Suciu" userId="10bb65c167223f43" providerId="LiveId" clId="{8A142E6A-A1DC-4B8F-9ED6-68489F3FD0F8}" dt="2021-04-12T12:12:56.108" v="42" actId="14100"/>
          <ac:spMkLst>
            <pc:docMk/>
            <pc:sldMk cId="0" sldId="268"/>
            <ac:spMk id="7171" creationId="{00000000-0000-0000-0000-000000000000}"/>
          </ac:spMkLst>
        </pc:spChg>
        <pc:spChg chg="mod">
          <ac:chgData name="Dan Suciu" userId="10bb65c167223f43" providerId="LiveId" clId="{8A142E6A-A1DC-4B8F-9ED6-68489F3FD0F8}" dt="2021-04-12T12:13:03.127" v="60" actId="1036"/>
          <ac:spMkLst>
            <pc:docMk/>
            <pc:sldMk cId="0" sldId="268"/>
            <ac:spMk id="7172" creationId="{00000000-0000-0000-0000-000000000000}"/>
          </ac:spMkLst>
        </pc:spChg>
        <pc:spChg chg="mod">
          <ac:chgData name="Dan Suciu" userId="10bb65c167223f43" providerId="LiveId" clId="{8A142E6A-A1DC-4B8F-9ED6-68489F3FD0F8}" dt="2021-04-12T12:13:03.127" v="60" actId="1036"/>
          <ac:spMkLst>
            <pc:docMk/>
            <pc:sldMk cId="0" sldId="268"/>
            <ac:spMk id="7173" creationId="{00000000-0000-0000-0000-000000000000}"/>
          </ac:spMkLst>
        </pc:spChg>
      </pc:sldChg>
      <pc:sldChg chg="modSp mod">
        <pc:chgData name="Dan Suciu" userId="10bb65c167223f43" providerId="LiveId" clId="{8A142E6A-A1DC-4B8F-9ED6-68489F3FD0F8}" dt="2021-04-12T12:15:19.171" v="82" actId="1076"/>
        <pc:sldMkLst>
          <pc:docMk/>
          <pc:sldMk cId="0" sldId="269"/>
        </pc:sldMkLst>
        <pc:spChg chg="mod">
          <ac:chgData name="Dan Suciu" userId="10bb65c167223f43" providerId="LiveId" clId="{8A142E6A-A1DC-4B8F-9ED6-68489F3FD0F8}" dt="2021-04-12T12:15:15.212" v="81" actId="14100"/>
          <ac:spMkLst>
            <pc:docMk/>
            <pc:sldMk cId="0" sldId="269"/>
            <ac:spMk id="9219" creationId="{00000000-0000-0000-0000-000000000000}"/>
          </ac:spMkLst>
        </pc:spChg>
        <pc:spChg chg="mod">
          <ac:chgData name="Dan Suciu" userId="10bb65c167223f43" providerId="LiveId" clId="{8A142E6A-A1DC-4B8F-9ED6-68489F3FD0F8}" dt="2021-04-12T12:15:19.171" v="82" actId="1076"/>
          <ac:spMkLst>
            <pc:docMk/>
            <pc:sldMk cId="0" sldId="269"/>
            <ac:spMk id="9220" creationId="{00000000-0000-0000-0000-000000000000}"/>
          </ac:spMkLst>
        </pc:spChg>
        <pc:spChg chg="mod">
          <ac:chgData name="Dan Suciu" userId="10bb65c167223f43" providerId="LiveId" clId="{8A142E6A-A1DC-4B8F-9ED6-68489F3FD0F8}" dt="2021-04-12T11:50:16.647" v="0"/>
          <ac:spMkLst>
            <pc:docMk/>
            <pc:sldMk cId="0" sldId="269"/>
            <ac:spMk id="9221" creationId="{00000000-0000-0000-0000-000000000000}"/>
          </ac:spMkLst>
        </pc:spChg>
      </pc:sldChg>
      <pc:sldChg chg="modSp mod">
        <pc:chgData name="Dan Suciu" userId="10bb65c167223f43" providerId="LiveId" clId="{8A142E6A-A1DC-4B8F-9ED6-68489F3FD0F8}" dt="2021-04-12T12:16:12.546" v="104" actId="1076"/>
        <pc:sldMkLst>
          <pc:docMk/>
          <pc:sldMk cId="0" sldId="270"/>
        </pc:sldMkLst>
        <pc:spChg chg="mod">
          <ac:chgData name="Dan Suciu" userId="10bb65c167223f43" providerId="LiveId" clId="{8A142E6A-A1DC-4B8F-9ED6-68489F3FD0F8}" dt="2021-04-12T12:16:04.939" v="102" actId="14100"/>
          <ac:spMkLst>
            <pc:docMk/>
            <pc:sldMk cId="0" sldId="270"/>
            <ac:spMk id="12291" creationId="{00000000-0000-0000-0000-000000000000}"/>
          </ac:spMkLst>
        </pc:spChg>
        <pc:spChg chg="mod">
          <ac:chgData name="Dan Suciu" userId="10bb65c167223f43" providerId="LiveId" clId="{8A142E6A-A1DC-4B8F-9ED6-68489F3FD0F8}" dt="2021-04-12T12:16:08.684" v="103" actId="1076"/>
          <ac:spMkLst>
            <pc:docMk/>
            <pc:sldMk cId="0" sldId="270"/>
            <ac:spMk id="12292" creationId="{00000000-0000-0000-0000-000000000000}"/>
          </ac:spMkLst>
        </pc:spChg>
        <pc:spChg chg="mod">
          <ac:chgData name="Dan Suciu" userId="10bb65c167223f43" providerId="LiveId" clId="{8A142E6A-A1DC-4B8F-9ED6-68489F3FD0F8}" dt="2021-04-12T12:16:12.546" v="104" actId="1076"/>
          <ac:spMkLst>
            <pc:docMk/>
            <pc:sldMk cId="0" sldId="270"/>
            <ac:spMk id="12293" creationId="{00000000-0000-0000-0000-000000000000}"/>
          </ac:spMkLst>
        </pc:spChg>
      </pc:sldChg>
      <pc:sldChg chg="modSp mod">
        <pc:chgData name="Dan Suciu" userId="10bb65c167223f43" providerId="LiveId" clId="{8A142E6A-A1DC-4B8F-9ED6-68489F3FD0F8}" dt="2021-04-12T12:45:41.109" v="220" actId="1076"/>
        <pc:sldMkLst>
          <pc:docMk/>
          <pc:sldMk cId="0" sldId="271"/>
        </pc:sldMkLst>
        <pc:spChg chg="mod">
          <ac:chgData name="Dan Suciu" userId="10bb65c167223f43" providerId="LiveId" clId="{8A142E6A-A1DC-4B8F-9ED6-68489F3FD0F8}" dt="2021-04-12T12:16:59.707" v="115" actId="1076"/>
          <ac:spMkLst>
            <pc:docMk/>
            <pc:sldMk cId="0" sldId="271"/>
            <ac:spMk id="13315" creationId="{00000000-0000-0000-0000-000000000000}"/>
          </ac:spMkLst>
        </pc:spChg>
        <pc:spChg chg="mod">
          <ac:chgData name="Dan Suciu" userId="10bb65c167223f43" providerId="LiveId" clId="{8A142E6A-A1DC-4B8F-9ED6-68489F3FD0F8}" dt="2021-04-12T12:45:41.109" v="220" actId="1076"/>
          <ac:spMkLst>
            <pc:docMk/>
            <pc:sldMk cId="0" sldId="271"/>
            <ac:spMk id="13316" creationId="{00000000-0000-0000-0000-000000000000}"/>
          </ac:spMkLst>
        </pc:spChg>
      </pc:sldChg>
      <pc:sldChg chg="modSp mod">
        <pc:chgData name="Dan Suciu" userId="10bb65c167223f43" providerId="LiveId" clId="{8A142E6A-A1DC-4B8F-9ED6-68489F3FD0F8}" dt="2021-04-12T12:17:34.421" v="125" actId="1076"/>
        <pc:sldMkLst>
          <pc:docMk/>
          <pc:sldMk cId="0" sldId="274"/>
        </pc:sldMkLst>
        <pc:spChg chg="mod">
          <ac:chgData name="Dan Suciu" userId="10bb65c167223f43" providerId="LiveId" clId="{8A142E6A-A1DC-4B8F-9ED6-68489F3FD0F8}" dt="2021-04-12T12:17:28.147" v="123" actId="14100"/>
          <ac:spMkLst>
            <pc:docMk/>
            <pc:sldMk cId="0" sldId="274"/>
            <ac:spMk id="14339" creationId="{00000000-0000-0000-0000-000000000000}"/>
          </ac:spMkLst>
        </pc:spChg>
        <pc:spChg chg="mod">
          <ac:chgData name="Dan Suciu" userId="10bb65c167223f43" providerId="LiveId" clId="{8A142E6A-A1DC-4B8F-9ED6-68489F3FD0F8}" dt="2021-04-12T12:17:34.421" v="125" actId="1076"/>
          <ac:spMkLst>
            <pc:docMk/>
            <pc:sldMk cId="0" sldId="274"/>
            <ac:spMk id="14340" creationId="{00000000-0000-0000-0000-000000000000}"/>
          </ac:spMkLst>
        </pc:spChg>
      </pc:sldChg>
      <pc:sldChg chg="modSp mod">
        <pc:chgData name="Dan Suciu" userId="10bb65c167223f43" providerId="LiveId" clId="{8A142E6A-A1DC-4B8F-9ED6-68489F3FD0F8}" dt="2021-04-12T12:17:49.098" v="147" actId="1036"/>
        <pc:sldMkLst>
          <pc:docMk/>
          <pc:sldMk cId="0" sldId="275"/>
        </pc:sldMkLst>
        <pc:spChg chg="mod">
          <ac:chgData name="Dan Suciu" userId="10bb65c167223f43" providerId="LiveId" clId="{8A142E6A-A1DC-4B8F-9ED6-68489F3FD0F8}" dt="2021-04-12T12:17:40.511" v="127" actId="14100"/>
          <ac:spMkLst>
            <pc:docMk/>
            <pc:sldMk cId="0" sldId="275"/>
            <ac:spMk id="15363" creationId="{00000000-0000-0000-0000-000000000000}"/>
          </ac:spMkLst>
        </pc:spChg>
        <pc:spChg chg="mod">
          <ac:chgData name="Dan Suciu" userId="10bb65c167223f43" providerId="LiveId" clId="{8A142E6A-A1DC-4B8F-9ED6-68489F3FD0F8}" dt="2021-04-12T12:17:49.098" v="147" actId="1036"/>
          <ac:spMkLst>
            <pc:docMk/>
            <pc:sldMk cId="0" sldId="275"/>
            <ac:spMk id="15364" creationId="{00000000-0000-0000-0000-000000000000}"/>
          </ac:spMkLst>
        </pc:spChg>
        <pc:spChg chg="mod">
          <ac:chgData name="Dan Suciu" userId="10bb65c167223f43" providerId="LiveId" clId="{8A142E6A-A1DC-4B8F-9ED6-68489F3FD0F8}" dt="2021-04-12T12:17:49.098" v="147" actId="1036"/>
          <ac:spMkLst>
            <pc:docMk/>
            <pc:sldMk cId="0" sldId="275"/>
            <ac:spMk id="15365" creationId="{00000000-0000-0000-0000-000000000000}"/>
          </ac:spMkLst>
        </pc:spChg>
        <pc:spChg chg="mod">
          <ac:chgData name="Dan Suciu" userId="10bb65c167223f43" providerId="LiveId" clId="{8A142E6A-A1DC-4B8F-9ED6-68489F3FD0F8}" dt="2021-04-12T12:17:49.098" v="147" actId="1036"/>
          <ac:spMkLst>
            <pc:docMk/>
            <pc:sldMk cId="0" sldId="275"/>
            <ac:spMk id="15366" creationId="{00000000-0000-0000-0000-000000000000}"/>
          </ac:spMkLst>
        </pc:spChg>
        <pc:spChg chg="mod">
          <ac:chgData name="Dan Suciu" userId="10bb65c167223f43" providerId="LiveId" clId="{8A142E6A-A1DC-4B8F-9ED6-68489F3FD0F8}" dt="2021-04-12T12:17:49.098" v="147" actId="1036"/>
          <ac:spMkLst>
            <pc:docMk/>
            <pc:sldMk cId="0" sldId="275"/>
            <ac:spMk id="15367" creationId="{00000000-0000-0000-0000-000000000000}"/>
          </ac:spMkLst>
        </pc:spChg>
        <pc:spChg chg="mod">
          <ac:chgData name="Dan Suciu" userId="10bb65c167223f43" providerId="LiveId" clId="{8A142E6A-A1DC-4B8F-9ED6-68489F3FD0F8}" dt="2021-04-12T12:17:49.098" v="147" actId="1036"/>
          <ac:spMkLst>
            <pc:docMk/>
            <pc:sldMk cId="0" sldId="275"/>
            <ac:spMk id="15368" creationId="{00000000-0000-0000-0000-000000000000}"/>
          </ac:spMkLst>
        </pc:spChg>
        <pc:spChg chg="mod">
          <ac:chgData name="Dan Suciu" userId="10bb65c167223f43" providerId="LiveId" clId="{8A142E6A-A1DC-4B8F-9ED6-68489F3FD0F8}" dt="2021-04-12T12:17:49.098" v="147" actId="1036"/>
          <ac:spMkLst>
            <pc:docMk/>
            <pc:sldMk cId="0" sldId="275"/>
            <ac:spMk id="15369" creationId="{00000000-0000-0000-0000-000000000000}"/>
          </ac:spMkLst>
        </pc:spChg>
        <pc:spChg chg="mod">
          <ac:chgData name="Dan Suciu" userId="10bb65c167223f43" providerId="LiveId" clId="{8A142E6A-A1DC-4B8F-9ED6-68489F3FD0F8}" dt="2021-04-12T12:17:49.098" v="147" actId="1036"/>
          <ac:spMkLst>
            <pc:docMk/>
            <pc:sldMk cId="0" sldId="275"/>
            <ac:spMk id="15370" creationId="{00000000-0000-0000-0000-000000000000}"/>
          </ac:spMkLst>
        </pc:spChg>
        <pc:spChg chg="mod">
          <ac:chgData name="Dan Suciu" userId="10bb65c167223f43" providerId="LiveId" clId="{8A142E6A-A1DC-4B8F-9ED6-68489F3FD0F8}" dt="2021-04-12T12:17:49.098" v="147" actId="1036"/>
          <ac:spMkLst>
            <pc:docMk/>
            <pc:sldMk cId="0" sldId="275"/>
            <ac:spMk id="15371" creationId="{00000000-0000-0000-0000-000000000000}"/>
          </ac:spMkLst>
        </pc:spChg>
        <pc:spChg chg="mod">
          <ac:chgData name="Dan Suciu" userId="10bb65c167223f43" providerId="LiveId" clId="{8A142E6A-A1DC-4B8F-9ED6-68489F3FD0F8}" dt="2021-04-12T12:17:49.098" v="147" actId="1036"/>
          <ac:spMkLst>
            <pc:docMk/>
            <pc:sldMk cId="0" sldId="275"/>
            <ac:spMk id="15372" creationId="{00000000-0000-0000-0000-000000000000}"/>
          </ac:spMkLst>
        </pc:spChg>
        <pc:spChg chg="mod">
          <ac:chgData name="Dan Suciu" userId="10bb65c167223f43" providerId="LiveId" clId="{8A142E6A-A1DC-4B8F-9ED6-68489F3FD0F8}" dt="2021-04-12T12:17:49.098" v="147" actId="1036"/>
          <ac:spMkLst>
            <pc:docMk/>
            <pc:sldMk cId="0" sldId="275"/>
            <ac:spMk id="15373" creationId="{00000000-0000-0000-0000-000000000000}"/>
          </ac:spMkLst>
        </pc:spChg>
        <pc:spChg chg="mod">
          <ac:chgData name="Dan Suciu" userId="10bb65c167223f43" providerId="LiveId" clId="{8A142E6A-A1DC-4B8F-9ED6-68489F3FD0F8}" dt="2021-04-12T12:17:49.098" v="147" actId="1036"/>
          <ac:spMkLst>
            <pc:docMk/>
            <pc:sldMk cId="0" sldId="275"/>
            <ac:spMk id="15374" creationId="{00000000-0000-0000-0000-000000000000}"/>
          </ac:spMkLst>
        </pc:spChg>
        <pc:spChg chg="mod">
          <ac:chgData name="Dan Suciu" userId="10bb65c167223f43" providerId="LiveId" clId="{8A142E6A-A1DC-4B8F-9ED6-68489F3FD0F8}" dt="2021-04-12T12:17:49.098" v="147" actId="1036"/>
          <ac:spMkLst>
            <pc:docMk/>
            <pc:sldMk cId="0" sldId="275"/>
            <ac:spMk id="15375" creationId="{00000000-0000-0000-0000-000000000000}"/>
          </ac:spMkLst>
        </pc:spChg>
      </pc:sldChg>
      <pc:sldChg chg="modSp mod modNotes">
        <pc:chgData name="Dan Suciu" userId="10bb65c167223f43" providerId="LiveId" clId="{8A142E6A-A1DC-4B8F-9ED6-68489F3FD0F8}" dt="2021-04-12T12:19:05.690" v="199" actId="1037"/>
        <pc:sldMkLst>
          <pc:docMk/>
          <pc:sldMk cId="0" sldId="276"/>
        </pc:sldMkLst>
        <pc:spChg chg="mod">
          <ac:chgData name="Dan Suciu" userId="10bb65c167223f43" providerId="LiveId" clId="{8A142E6A-A1DC-4B8F-9ED6-68489F3FD0F8}" dt="2021-04-12T12:17:56.293" v="149" actId="14100"/>
          <ac:spMkLst>
            <pc:docMk/>
            <pc:sldMk cId="0" sldId="276"/>
            <ac:spMk id="16387" creationId="{00000000-0000-0000-0000-000000000000}"/>
          </ac:spMkLst>
        </pc:spChg>
        <pc:spChg chg="mod">
          <ac:chgData name="Dan Suciu" userId="10bb65c167223f43" providerId="LiveId" clId="{8A142E6A-A1DC-4B8F-9ED6-68489F3FD0F8}" dt="2021-04-12T12:18:03.853" v="151" actId="1076"/>
          <ac:spMkLst>
            <pc:docMk/>
            <pc:sldMk cId="0" sldId="276"/>
            <ac:spMk id="16388" creationId="{00000000-0000-0000-0000-000000000000}"/>
          </ac:spMkLst>
        </pc:spChg>
        <pc:spChg chg="mod">
          <ac:chgData name="Dan Suciu" userId="10bb65c167223f43" providerId="LiveId" clId="{8A142E6A-A1DC-4B8F-9ED6-68489F3FD0F8}" dt="2021-04-12T11:50:16.647" v="0"/>
          <ac:spMkLst>
            <pc:docMk/>
            <pc:sldMk cId="0" sldId="276"/>
            <ac:spMk id="16390" creationId="{00000000-0000-0000-0000-000000000000}"/>
          </ac:spMkLst>
        </pc:spChg>
        <pc:spChg chg="mod">
          <ac:chgData name="Dan Suciu" userId="10bb65c167223f43" providerId="LiveId" clId="{8A142E6A-A1DC-4B8F-9ED6-68489F3FD0F8}" dt="2021-04-12T11:50:16.647" v="0"/>
          <ac:spMkLst>
            <pc:docMk/>
            <pc:sldMk cId="0" sldId="276"/>
            <ac:spMk id="16391" creationId="{00000000-0000-0000-0000-000000000000}"/>
          </ac:spMkLst>
        </pc:spChg>
        <pc:spChg chg="mod">
          <ac:chgData name="Dan Suciu" userId="10bb65c167223f43" providerId="LiveId" clId="{8A142E6A-A1DC-4B8F-9ED6-68489F3FD0F8}" dt="2021-04-12T11:50:16.647" v="0"/>
          <ac:spMkLst>
            <pc:docMk/>
            <pc:sldMk cId="0" sldId="276"/>
            <ac:spMk id="16392" creationId="{00000000-0000-0000-0000-000000000000}"/>
          </ac:spMkLst>
        </pc:spChg>
        <pc:grpChg chg="mod">
          <ac:chgData name="Dan Suciu" userId="10bb65c167223f43" providerId="LiveId" clId="{8A142E6A-A1DC-4B8F-9ED6-68489F3FD0F8}" dt="2021-04-12T12:19:05.690" v="199" actId="1037"/>
          <ac:grpSpMkLst>
            <pc:docMk/>
            <pc:sldMk cId="0" sldId="276"/>
            <ac:grpSpMk id="16389" creationId="{00000000-0000-0000-0000-000000000000}"/>
          </ac:grpSpMkLst>
        </pc:grpChg>
      </pc:sldChg>
      <pc:sldChg chg="modSp del">
        <pc:chgData name="Dan Suciu" userId="10bb65c167223f43" providerId="LiveId" clId="{8A142E6A-A1DC-4B8F-9ED6-68489F3FD0F8}" dt="2021-04-12T11:51:37.837" v="12" actId="47"/>
        <pc:sldMkLst>
          <pc:docMk/>
          <pc:sldMk cId="0" sldId="314"/>
        </pc:sldMkLst>
        <pc:spChg chg="mod">
          <ac:chgData name="Dan Suciu" userId="10bb65c167223f43" providerId="LiveId" clId="{8A142E6A-A1DC-4B8F-9ED6-68489F3FD0F8}" dt="2021-04-12T11:50:16.647" v="0"/>
          <ac:spMkLst>
            <pc:docMk/>
            <pc:sldMk cId="0" sldId="314"/>
            <ac:spMk id="3074" creationId="{00000000-0000-0000-0000-000000000000}"/>
          </ac:spMkLst>
        </pc:spChg>
        <pc:spChg chg="mod">
          <ac:chgData name="Dan Suciu" userId="10bb65c167223f43" providerId="LiveId" clId="{8A142E6A-A1DC-4B8F-9ED6-68489F3FD0F8}" dt="2021-04-12T11:50:16.647" v="0"/>
          <ac:spMkLst>
            <pc:docMk/>
            <pc:sldMk cId="0" sldId="314"/>
            <ac:spMk id="3075" creationId="{00000000-0000-0000-0000-000000000000}"/>
          </ac:spMkLst>
        </pc:spChg>
      </pc:sldChg>
      <pc:sldChg chg="addSp delSp modSp">
        <pc:chgData name="Dan Suciu" userId="10bb65c167223f43" providerId="LiveId" clId="{8A142E6A-A1DC-4B8F-9ED6-68489F3FD0F8}" dt="2021-04-12T12:11:08.849" v="18" actId="1076"/>
        <pc:sldMkLst>
          <pc:docMk/>
          <pc:sldMk cId="0" sldId="315"/>
        </pc:sldMkLst>
        <pc:spChg chg="add mod">
          <ac:chgData name="Dan Suciu" userId="10bb65c167223f43" providerId="LiveId" clId="{8A142E6A-A1DC-4B8F-9ED6-68489F3FD0F8}" dt="2021-04-12T12:11:05.571" v="17"/>
          <ac:spMkLst>
            <pc:docMk/>
            <pc:sldMk cId="0" sldId="315"/>
            <ac:spMk id="4" creationId="{FD14A8D6-580E-4725-9D64-28028B6DD2F6}"/>
          </ac:spMkLst>
        </pc:spChg>
        <pc:spChg chg="del mod">
          <ac:chgData name="Dan Suciu" userId="10bb65c167223f43" providerId="LiveId" clId="{8A142E6A-A1DC-4B8F-9ED6-68489F3FD0F8}" dt="2021-04-12T12:11:02.059" v="16" actId="478"/>
          <ac:spMkLst>
            <pc:docMk/>
            <pc:sldMk cId="0" sldId="315"/>
            <ac:spMk id="5123" creationId="{00000000-0000-0000-0000-000000000000}"/>
          </ac:spMkLst>
        </pc:spChg>
        <pc:spChg chg="mod">
          <ac:chgData name="Dan Suciu" userId="10bb65c167223f43" providerId="LiveId" clId="{8A142E6A-A1DC-4B8F-9ED6-68489F3FD0F8}" dt="2021-04-12T12:11:08.849" v="18" actId="1076"/>
          <ac:spMkLst>
            <pc:docMk/>
            <pc:sldMk cId="0" sldId="315"/>
            <ac:spMk id="5124" creationId="{00000000-0000-0000-0000-000000000000}"/>
          </ac:spMkLst>
        </pc:spChg>
      </pc:sldChg>
      <pc:sldChg chg="modSp mod">
        <pc:chgData name="Dan Suciu" userId="10bb65c167223f43" providerId="LiveId" clId="{8A142E6A-A1DC-4B8F-9ED6-68489F3FD0F8}" dt="2021-04-12T12:15:09.979" v="79" actId="1076"/>
        <pc:sldMkLst>
          <pc:docMk/>
          <pc:sldMk cId="0" sldId="321"/>
        </pc:sldMkLst>
        <pc:spChg chg="mod">
          <ac:chgData name="Dan Suciu" userId="10bb65c167223f43" providerId="LiveId" clId="{8A142E6A-A1DC-4B8F-9ED6-68489F3FD0F8}" dt="2021-04-12T12:15:06.011" v="78" actId="14100"/>
          <ac:spMkLst>
            <pc:docMk/>
            <pc:sldMk cId="0" sldId="321"/>
            <ac:spMk id="8195" creationId="{00000000-0000-0000-0000-000000000000}"/>
          </ac:spMkLst>
        </pc:spChg>
        <pc:spChg chg="mod">
          <ac:chgData name="Dan Suciu" userId="10bb65c167223f43" providerId="LiveId" clId="{8A142E6A-A1DC-4B8F-9ED6-68489F3FD0F8}" dt="2021-04-12T12:15:09.979" v="79" actId="1076"/>
          <ac:spMkLst>
            <pc:docMk/>
            <pc:sldMk cId="0" sldId="321"/>
            <ac:spMk id="8196" creationId="{00000000-0000-0000-0000-000000000000}"/>
          </ac:spMkLst>
        </pc:spChg>
      </pc:sldChg>
      <pc:sldChg chg="modSp mod">
        <pc:chgData name="Dan Suciu" userId="10bb65c167223f43" providerId="LiveId" clId="{8A142E6A-A1DC-4B8F-9ED6-68489F3FD0F8}" dt="2021-04-12T12:15:44.013" v="96" actId="1038"/>
        <pc:sldMkLst>
          <pc:docMk/>
          <pc:sldMk cId="0" sldId="322"/>
        </pc:sldMkLst>
        <pc:spChg chg="mod">
          <ac:chgData name="Dan Suciu" userId="10bb65c167223f43" providerId="LiveId" clId="{8A142E6A-A1DC-4B8F-9ED6-68489F3FD0F8}" dt="2021-04-12T12:15:38.141" v="88" actId="14100"/>
          <ac:spMkLst>
            <pc:docMk/>
            <pc:sldMk cId="0" sldId="322"/>
            <ac:spMk id="10243" creationId="{00000000-0000-0000-0000-000000000000}"/>
          </ac:spMkLst>
        </pc:spChg>
        <pc:spChg chg="mod">
          <ac:chgData name="Dan Suciu" userId="10bb65c167223f43" providerId="LiveId" clId="{8A142E6A-A1DC-4B8F-9ED6-68489F3FD0F8}" dt="2021-04-12T11:50:16.647" v="0"/>
          <ac:spMkLst>
            <pc:docMk/>
            <pc:sldMk cId="0" sldId="322"/>
            <ac:spMk id="10244" creationId="{00000000-0000-0000-0000-000000000000}"/>
          </ac:spMkLst>
        </pc:spChg>
        <pc:spChg chg="mod">
          <ac:chgData name="Dan Suciu" userId="10bb65c167223f43" providerId="LiveId" clId="{8A142E6A-A1DC-4B8F-9ED6-68489F3FD0F8}" dt="2021-04-12T12:15:44.013" v="96" actId="1038"/>
          <ac:spMkLst>
            <pc:docMk/>
            <pc:sldMk cId="0" sldId="322"/>
            <ac:spMk id="10246" creationId="{00000000-0000-0000-0000-000000000000}"/>
          </ac:spMkLst>
        </pc:spChg>
        <pc:spChg chg="mod">
          <ac:chgData name="Dan Suciu" userId="10bb65c167223f43" providerId="LiveId" clId="{8A142E6A-A1DC-4B8F-9ED6-68489F3FD0F8}" dt="2021-04-12T12:15:44.013" v="96" actId="1038"/>
          <ac:spMkLst>
            <pc:docMk/>
            <pc:sldMk cId="0" sldId="322"/>
            <ac:spMk id="10247" creationId="{00000000-0000-0000-0000-000000000000}"/>
          </ac:spMkLst>
        </pc:spChg>
        <pc:spChg chg="mod">
          <ac:chgData name="Dan Suciu" userId="10bb65c167223f43" providerId="LiveId" clId="{8A142E6A-A1DC-4B8F-9ED6-68489F3FD0F8}" dt="2021-04-12T12:15:44.013" v="96" actId="1038"/>
          <ac:spMkLst>
            <pc:docMk/>
            <pc:sldMk cId="0" sldId="322"/>
            <ac:spMk id="10248" creationId="{00000000-0000-0000-0000-000000000000}"/>
          </ac:spMkLst>
        </pc:spChg>
        <pc:spChg chg="mod">
          <ac:chgData name="Dan Suciu" userId="10bb65c167223f43" providerId="LiveId" clId="{8A142E6A-A1DC-4B8F-9ED6-68489F3FD0F8}" dt="2021-04-12T12:15:44.013" v="96" actId="1038"/>
          <ac:spMkLst>
            <pc:docMk/>
            <pc:sldMk cId="0" sldId="322"/>
            <ac:spMk id="10249" creationId="{00000000-0000-0000-0000-000000000000}"/>
          </ac:spMkLst>
        </pc:spChg>
        <pc:spChg chg="mod">
          <ac:chgData name="Dan Suciu" userId="10bb65c167223f43" providerId="LiveId" clId="{8A142E6A-A1DC-4B8F-9ED6-68489F3FD0F8}" dt="2021-04-12T12:15:44.013" v="96" actId="1038"/>
          <ac:spMkLst>
            <pc:docMk/>
            <pc:sldMk cId="0" sldId="322"/>
            <ac:spMk id="10250" creationId="{00000000-0000-0000-0000-000000000000}"/>
          </ac:spMkLst>
        </pc:spChg>
        <pc:spChg chg="mod">
          <ac:chgData name="Dan Suciu" userId="10bb65c167223f43" providerId="LiveId" clId="{8A142E6A-A1DC-4B8F-9ED6-68489F3FD0F8}" dt="2021-04-12T12:15:44.013" v="96" actId="1038"/>
          <ac:spMkLst>
            <pc:docMk/>
            <pc:sldMk cId="0" sldId="322"/>
            <ac:spMk id="10251" creationId="{00000000-0000-0000-0000-000000000000}"/>
          </ac:spMkLst>
        </pc:spChg>
        <pc:spChg chg="mod">
          <ac:chgData name="Dan Suciu" userId="10bb65c167223f43" providerId="LiveId" clId="{8A142E6A-A1DC-4B8F-9ED6-68489F3FD0F8}" dt="2021-04-12T12:15:44.013" v="96" actId="1038"/>
          <ac:spMkLst>
            <pc:docMk/>
            <pc:sldMk cId="0" sldId="322"/>
            <ac:spMk id="10252" creationId="{00000000-0000-0000-0000-000000000000}"/>
          </ac:spMkLst>
        </pc:spChg>
        <pc:spChg chg="mod">
          <ac:chgData name="Dan Suciu" userId="10bb65c167223f43" providerId="LiveId" clId="{8A142E6A-A1DC-4B8F-9ED6-68489F3FD0F8}" dt="2021-04-12T12:15:44.013" v="96" actId="1038"/>
          <ac:spMkLst>
            <pc:docMk/>
            <pc:sldMk cId="0" sldId="322"/>
            <ac:spMk id="10253" creationId="{00000000-0000-0000-0000-000000000000}"/>
          </ac:spMkLst>
        </pc:spChg>
        <pc:spChg chg="mod">
          <ac:chgData name="Dan Suciu" userId="10bb65c167223f43" providerId="LiveId" clId="{8A142E6A-A1DC-4B8F-9ED6-68489F3FD0F8}" dt="2021-04-12T12:15:44.013" v="96" actId="1038"/>
          <ac:spMkLst>
            <pc:docMk/>
            <pc:sldMk cId="0" sldId="322"/>
            <ac:spMk id="10254" creationId="{00000000-0000-0000-0000-000000000000}"/>
          </ac:spMkLst>
        </pc:spChg>
        <pc:spChg chg="mod">
          <ac:chgData name="Dan Suciu" userId="10bb65c167223f43" providerId="LiveId" clId="{8A142E6A-A1DC-4B8F-9ED6-68489F3FD0F8}" dt="2021-04-12T12:15:44.013" v="96" actId="1038"/>
          <ac:spMkLst>
            <pc:docMk/>
            <pc:sldMk cId="0" sldId="322"/>
            <ac:spMk id="10255" creationId="{00000000-0000-0000-0000-000000000000}"/>
          </ac:spMkLst>
        </pc:spChg>
        <pc:spChg chg="mod">
          <ac:chgData name="Dan Suciu" userId="10bb65c167223f43" providerId="LiveId" clId="{8A142E6A-A1DC-4B8F-9ED6-68489F3FD0F8}" dt="2021-04-12T12:15:44.013" v="96" actId="1038"/>
          <ac:spMkLst>
            <pc:docMk/>
            <pc:sldMk cId="0" sldId="322"/>
            <ac:spMk id="10256" creationId="{00000000-0000-0000-0000-000000000000}"/>
          </ac:spMkLst>
        </pc:spChg>
        <pc:spChg chg="mod">
          <ac:chgData name="Dan Suciu" userId="10bb65c167223f43" providerId="LiveId" clId="{8A142E6A-A1DC-4B8F-9ED6-68489F3FD0F8}" dt="2021-04-12T12:15:44.013" v="96" actId="1038"/>
          <ac:spMkLst>
            <pc:docMk/>
            <pc:sldMk cId="0" sldId="322"/>
            <ac:spMk id="10257" creationId="{00000000-0000-0000-0000-000000000000}"/>
          </ac:spMkLst>
        </pc:spChg>
        <pc:spChg chg="mod">
          <ac:chgData name="Dan Suciu" userId="10bb65c167223f43" providerId="LiveId" clId="{8A142E6A-A1DC-4B8F-9ED6-68489F3FD0F8}" dt="2021-04-12T12:15:44.013" v="96" actId="1038"/>
          <ac:spMkLst>
            <pc:docMk/>
            <pc:sldMk cId="0" sldId="322"/>
            <ac:spMk id="10258" creationId="{00000000-0000-0000-0000-000000000000}"/>
          </ac:spMkLst>
        </pc:spChg>
        <pc:spChg chg="mod">
          <ac:chgData name="Dan Suciu" userId="10bb65c167223f43" providerId="LiveId" clId="{8A142E6A-A1DC-4B8F-9ED6-68489F3FD0F8}" dt="2021-04-12T12:15:44.013" v="96" actId="1038"/>
          <ac:spMkLst>
            <pc:docMk/>
            <pc:sldMk cId="0" sldId="322"/>
            <ac:spMk id="10259" creationId="{00000000-0000-0000-0000-000000000000}"/>
          </ac:spMkLst>
        </pc:spChg>
        <pc:spChg chg="mod">
          <ac:chgData name="Dan Suciu" userId="10bb65c167223f43" providerId="LiveId" clId="{8A142E6A-A1DC-4B8F-9ED6-68489F3FD0F8}" dt="2021-04-12T12:15:44.013" v="96" actId="1038"/>
          <ac:spMkLst>
            <pc:docMk/>
            <pc:sldMk cId="0" sldId="322"/>
            <ac:spMk id="10260" creationId="{00000000-0000-0000-0000-000000000000}"/>
          </ac:spMkLst>
        </pc:spChg>
        <pc:spChg chg="mod">
          <ac:chgData name="Dan Suciu" userId="10bb65c167223f43" providerId="LiveId" clId="{8A142E6A-A1DC-4B8F-9ED6-68489F3FD0F8}" dt="2021-04-12T12:15:44.013" v="96" actId="1038"/>
          <ac:spMkLst>
            <pc:docMk/>
            <pc:sldMk cId="0" sldId="322"/>
            <ac:spMk id="10261" creationId="{00000000-0000-0000-0000-000000000000}"/>
          </ac:spMkLst>
        </pc:spChg>
        <pc:spChg chg="mod">
          <ac:chgData name="Dan Suciu" userId="10bb65c167223f43" providerId="LiveId" clId="{8A142E6A-A1DC-4B8F-9ED6-68489F3FD0F8}" dt="2021-04-12T12:15:44.013" v="96" actId="1038"/>
          <ac:spMkLst>
            <pc:docMk/>
            <pc:sldMk cId="0" sldId="322"/>
            <ac:spMk id="10262" creationId="{00000000-0000-0000-0000-000000000000}"/>
          </ac:spMkLst>
        </pc:spChg>
        <pc:spChg chg="mod">
          <ac:chgData name="Dan Suciu" userId="10bb65c167223f43" providerId="LiveId" clId="{8A142E6A-A1DC-4B8F-9ED6-68489F3FD0F8}" dt="2021-04-12T12:15:44.013" v="96" actId="1038"/>
          <ac:spMkLst>
            <pc:docMk/>
            <pc:sldMk cId="0" sldId="322"/>
            <ac:spMk id="10263" creationId="{00000000-0000-0000-0000-000000000000}"/>
          </ac:spMkLst>
        </pc:spChg>
        <pc:spChg chg="mod">
          <ac:chgData name="Dan Suciu" userId="10bb65c167223f43" providerId="LiveId" clId="{8A142E6A-A1DC-4B8F-9ED6-68489F3FD0F8}" dt="2021-04-12T12:15:44.013" v="96" actId="1038"/>
          <ac:spMkLst>
            <pc:docMk/>
            <pc:sldMk cId="0" sldId="322"/>
            <ac:spMk id="10264" creationId="{00000000-0000-0000-0000-000000000000}"/>
          </ac:spMkLst>
        </pc:spChg>
        <pc:spChg chg="mod">
          <ac:chgData name="Dan Suciu" userId="10bb65c167223f43" providerId="LiveId" clId="{8A142E6A-A1DC-4B8F-9ED6-68489F3FD0F8}" dt="2021-04-12T12:15:44.013" v="96" actId="1038"/>
          <ac:spMkLst>
            <pc:docMk/>
            <pc:sldMk cId="0" sldId="322"/>
            <ac:spMk id="10265" creationId="{00000000-0000-0000-0000-000000000000}"/>
          </ac:spMkLst>
        </pc:spChg>
        <pc:spChg chg="mod">
          <ac:chgData name="Dan Suciu" userId="10bb65c167223f43" providerId="LiveId" clId="{8A142E6A-A1DC-4B8F-9ED6-68489F3FD0F8}" dt="2021-04-12T12:15:44.013" v="96" actId="1038"/>
          <ac:spMkLst>
            <pc:docMk/>
            <pc:sldMk cId="0" sldId="322"/>
            <ac:spMk id="10267" creationId="{00000000-0000-0000-0000-000000000000}"/>
          </ac:spMkLst>
        </pc:spChg>
        <pc:spChg chg="mod">
          <ac:chgData name="Dan Suciu" userId="10bb65c167223f43" providerId="LiveId" clId="{8A142E6A-A1DC-4B8F-9ED6-68489F3FD0F8}" dt="2021-04-12T12:15:44.013" v="96" actId="1038"/>
          <ac:spMkLst>
            <pc:docMk/>
            <pc:sldMk cId="0" sldId="322"/>
            <ac:spMk id="10268" creationId="{00000000-0000-0000-0000-000000000000}"/>
          </ac:spMkLst>
        </pc:spChg>
        <pc:spChg chg="mod">
          <ac:chgData name="Dan Suciu" userId="10bb65c167223f43" providerId="LiveId" clId="{8A142E6A-A1DC-4B8F-9ED6-68489F3FD0F8}" dt="2021-04-12T12:15:44.013" v="96" actId="1038"/>
          <ac:spMkLst>
            <pc:docMk/>
            <pc:sldMk cId="0" sldId="322"/>
            <ac:spMk id="10269" creationId="{00000000-0000-0000-0000-000000000000}"/>
          </ac:spMkLst>
        </pc:spChg>
        <pc:spChg chg="mod">
          <ac:chgData name="Dan Suciu" userId="10bb65c167223f43" providerId="LiveId" clId="{8A142E6A-A1DC-4B8F-9ED6-68489F3FD0F8}" dt="2021-04-12T12:15:44.013" v="96" actId="1038"/>
          <ac:spMkLst>
            <pc:docMk/>
            <pc:sldMk cId="0" sldId="322"/>
            <ac:spMk id="10270" creationId="{00000000-0000-0000-0000-000000000000}"/>
          </ac:spMkLst>
        </pc:spChg>
        <pc:spChg chg="mod">
          <ac:chgData name="Dan Suciu" userId="10bb65c167223f43" providerId="LiveId" clId="{8A142E6A-A1DC-4B8F-9ED6-68489F3FD0F8}" dt="2021-04-12T12:15:44.013" v="96" actId="1038"/>
          <ac:spMkLst>
            <pc:docMk/>
            <pc:sldMk cId="0" sldId="322"/>
            <ac:spMk id="10271" creationId="{00000000-0000-0000-0000-000000000000}"/>
          </ac:spMkLst>
        </pc:spChg>
        <pc:spChg chg="mod">
          <ac:chgData name="Dan Suciu" userId="10bb65c167223f43" providerId="LiveId" clId="{8A142E6A-A1DC-4B8F-9ED6-68489F3FD0F8}" dt="2021-04-12T12:15:44.013" v="96" actId="1038"/>
          <ac:spMkLst>
            <pc:docMk/>
            <pc:sldMk cId="0" sldId="322"/>
            <ac:spMk id="10272" creationId="{00000000-0000-0000-0000-000000000000}"/>
          </ac:spMkLst>
        </pc:spChg>
        <pc:spChg chg="mod">
          <ac:chgData name="Dan Suciu" userId="10bb65c167223f43" providerId="LiveId" clId="{8A142E6A-A1DC-4B8F-9ED6-68489F3FD0F8}" dt="2021-04-12T12:15:44.013" v="96" actId="1038"/>
          <ac:spMkLst>
            <pc:docMk/>
            <pc:sldMk cId="0" sldId="322"/>
            <ac:spMk id="10273" creationId="{00000000-0000-0000-0000-000000000000}"/>
          </ac:spMkLst>
        </pc:spChg>
        <pc:spChg chg="mod">
          <ac:chgData name="Dan Suciu" userId="10bb65c167223f43" providerId="LiveId" clId="{8A142E6A-A1DC-4B8F-9ED6-68489F3FD0F8}" dt="2021-04-12T12:15:44.013" v="96" actId="1038"/>
          <ac:spMkLst>
            <pc:docMk/>
            <pc:sldMk cId="0" sldId="322"/>
            <ac:spMk id="10274" creationId="{00000000-0000-0000-0000-000000000000}"/>
          </ac:spMkLst>
        </pc:spChg>
        <pc:spChg chg="mod">
          <ac:chgData name="Dan Suciu" userId="10bb65c167223f43" providerId="LiveId" clId="{8A142E6A-A1DC-4B8F-9ED6-68489F3FD0F8}" dt="2021-04-12T12:15:44.013" v="96" actId="1038"/>
          <ac:spMkLst>
            <pc:docMk/>
            <pc:sldMk cId="0" sldId="322"/>
            <ac:spMk id="10275" creationId="{00000000-0000-0000-0000-000000000000}"/>
          </ac:spMkLst>
        </pc:spChg>
        <pc:spChg chg="mod">
          <ac:chgData name="Dan Suciu" userId="10bb65c167223f43" providerId="LiveId" clId="{8A142E6A-A1DC-4B8F-9ED6-68489F3FD0F8}" dt="2021-04-12T12:15:44.013" v="96" actId="1038"/>
          <ac:spMkLst>
            <pc:docMk/>
            <pc:sldMk cId="0" sldId="322"/>
            <ac:spMk id="10276" creationId="{00000000-0000-0000-0000-000000000000}"/>
          </ac:spMkLst>
        </pc:spChg>
        <pc:spChg chg="mod">
          <ac:chgData name="Dan Suciu" userId="10bb65c167223f43" providerId="LiveId" clId="{8A142E6A-A1DC-4B8F-9ED6-68489F3FD0F8}" dt="2021-04-12T12:15:44.013" v="96" actId="1038"/>
          <ac:spMkLst>
            <pc:docMk/>
            <pc:sldMk cId="0" sldId="322"/>
            <ac:spMk id="10277" creationId="{00000000-0000-0000-0000-000000000000}"/>
          </ac:spMkLst>
        </pc:spChg>
        <pc:spChg chg="mod">
          <ac:chgData name="Dan Suciu" userId="10bb65c167223f43" providerId="LiveId" clId="{8A142E6A-A1DC-4B8F-9ED6-68489F3FD0F8}" dt="2021-04-12T12:15:44.013" v="96" actId="1038"/>
          <ac:spMkLst>
            <pc:docMk/>
            <pc:sldMk cId="0" sldId="322"/>
            <ac:spMk id="10278" creationId="{00000000-0000-0000-0000-000000000000}"/>
          </ac:spMkLst>
        </pc:spChg>
        <pc:spChg chg="mod">
          <ac:chgData name="Dan Suciu" userId="10bb65c167223f43" providerId="LiveId" clId="{8A142E6A-A1DC-4B8F-9ED6-68489F3FD0F8}" dt="2021-04-12T12:15:44.013" v="96" actId="1038"/>
          <ac:spMkLst>
            <pc:docMk/>
            <pc:sldMk cId="0" sldId="322"/>
            <ac:spMk id="10279" creationId="{00000000-0000-0000-0000-000000000000}"/>
          </ac:spMkLst>
        </pc:spChg>
        <pc:grpChg chg="mod">
          <ac:chgData name="Dan Suciu" userId="10bb65c167223f43" providerId="LiveId" clId="{8A142E6A-A1DC-4B8F-9ED6-68489F3FD0F8}" dt="2021-04-12T12:15:44.013" v="96" actId="1038"/>
          <ac:grpSpMkLst>
            <pc:docMk/>
            <pc:sldMk cId="0" sldId="322"/>
            <ac:grpSpMk id="10245" creationId="{00000000-0000-0000-0000-000000000000}"/>
          </ac:grpSpMkLst>
        </pc:grpChg>
        <pc:grpChg chg="mod">
          <ac:chgData name="Dan Suciu" userId="10bb65c167223f43" providerId="LiveId" clId="{8A142E6A-A1DC-4B8F-9ED6-68489F3FD0F8}" dt="2021-04-12T12:15:44.013" v="96" actId="1038"/>
          <ac:grpSpMkLst>
            <pc:docMk/>
            <pc:sldMk cId="0" sldId="322"/>
            <ac:grpSpMk id="10266" creationId="{00000000-0000-0000-0000-000000000000}"/>
          </ac:grpSpMkLst>
        </pc:grpChg>
      </pc:sldChg>
      <pc:sldChg chg="modSp mod">
        <pc:chgData name="Dan Suciu" userId="10bb65c167223f43" providerId="LiveId" clId="{8A142E6A-A1DC-4B8F-9ED6-68489F3FD0F8}" dt="2021-04-12T12:43:33.684" v="215" actId="1035"/>
        <pc:sldMkLst>
          <pc:docMk/>
          <pc:sldMk cId="0" sldId="323"/>
        </pc:sldMkLst>
        <pc:spChg chg="mod">
          <ac:chgData name="Dan Suciu" userId="10bb65c167223f43" providerId="LiveId" clId="{8A142E6A-A1DC-4B8F-9ED6-68489F3FD0F8}" dt="2021-04-12T12:15:52.050" v="98" actId="14100"/>
          <ac:spMkLst>
            <pc:docMk/>
            <pc:sldMk cId="0" sldId="323"/>
            <ac:spMk id="11267" creationId="{00000000-0000-0000-0000-000000000000}"/>
          </ac:spMkLst>
        </pc:spChg>
        <pc:spChg chg="mod">
          <ac:chgData name="Dan Suciu" userId="10bb65c167223f43" providerId="LiveId" clId="{8A142E6A-A1DC-4B8F-9ED6-68489F3FD0F8}" dt="2021-04-12T12:43:33.684" v="215" actId="1035"/>
          <ac:spMkLst>
            <pc:docMk/>
            <pc:sldMk cId="0" sldId="323"/>
            <ac:spMk id="11268" creationId="{00000000-0000-0000-0000-000000000000}"/>
          </ac:spMkLst>
        </pc:spChg>
      </pc:sldChg>
      <pc:sldChg chg="modSp mod">
        <pc:chgData name="Dan Suciu" userId="10bb65c167223f43" providerId="LiveId" clId="{8A142E6A-A1DC-4B8F-9ED6-68489F3FD0F8}" dt="2021-04-12T12:15:31.180" v="86" actId="1076"/>
        <pc:sldMkLst>
          <pc:docMk/>
          <pc:sldMk cId="2337764403" sldId="330"/>
        </pc:sldMkLst>
        <pc:spChg chg="mod">
          <ac:chgData name="Dan Suciu" userId="10bb65c167223f43" providerId="LiveId" clId="{8A142E6A-A1DC-4B8F-9ED6-68489F3FD0F8}" dt="2021-04-12T12:15:25.188" v="84" actId="14100"/>
          <ac:spMkLst>
            <pc:docMk/>
            <pc:sldMk cId="2337764403" sldId="330"/>
            <ac:spMk id="9219" creationId="{00000000-0000-0000-0000-000000000000}"/>
          </ac:spMkLst>
        </pc:spChg>
        <pc:spChg chg="mod">
          <ac:chgData name="Dan Suciu" userId="10bb65c167223f43" providerId="LiveId" clId="{8A142E6A-A1DC-4B8F-9ED6-68489F3FD0F8}" dt="2021-04-12T12:15:31.180" v="86" actId="1076"/>
          <ac:spMkLst>
            <pc:docMk/>
            <pc:sldMk cId="2337764403" sldId="330"/>
            <ac:spMk id="9220" creationId="{00000000-0000-0000-0000-000000000000}"/>
          </ac:spMkLst>
        </pc:spChg>
        <pc:spChg chg="mod">
          <ac:chgData name="Dan Suciu" userId="10bb65c167223f43" providerId="LiveId" clId="{8A142E6A-A1DC-4B8F-9ED6-68489F3FD0F8}" dt="2021-04-12T11:50:16.647" v="0"/>
          <ac:spMkLst>
            <pc:docMk/>
            <pc:sldMk cId="2337764403" sldId="330"/>
            <ac:spMk id="9221" creationId="{00000000-0000-0000-0000-000000000000}"/>
          </ac:spMkLst>
        </pc:spChg>
      </pc:sldChg>
      <pc:sldChg chg="modSp mod">
        <pc:chgData name="Dan Suciu" userId="10bb65c167223f43" providerId="LiveId" clId="{8A142E6A-A1DC-4B8F-9ED6-68489F3FD0F8}" dt="2021-04-12T12:11:15.393" v="21" actId="1076"/>
        <pc:sldMkLst>
          <pc:docMk/>
          <pc:sldMk cId="4218237969" sldId="335"/>
        </pc:sldMkLst>
        <pc:spChg chg="mod">
          <ac:chgData name="Dan Suciu" userId="10bb65c167223f43" providerId="LiveId" clId="{8A142E6A-A1DC-4B8F-9ED6-68489F3FD0F8}" dt="2021-04-12T12:11:15.393" v="21" actId="1076"/>
          <ac:spMkLst>
            <pc:docMk/>
            <pc:sldMk cId="4218237969" sldId="335"/>
            <ac:spMk id="5123" creationId="{00000000-0000-0000-0000-000000000000}"/>
          </ac:spMkLst>
        </pc:spChg>
        <pc:spChg chg="mod">
          <ac:chgData name="Dan Suciu" userId="10bb65c167223f43" providerId="LiveId" clId="{8A142E6A-A1DC-4B8F-9ED6-68489F3FD0F8}" dt="2021-04-12T11:50:16.647" v="0"/>
          <ac:spMkLst>
            <pc:docMk/>
            <pc:sldMk cId="4218237969" sldId="335"/>
            <ac:spMk id="5124" creationId="{00000000-0000-0000-0000-000000000000}"/>
          </ac:spMkLst>
        </pc:spChg>
      </pc:sldChg>
      <pc:sldChg chg="modSp del">
        <pc:chgData name="Dan Suciu" userId="10bb65c167223f43" providerId="LiveId" clId="{8A142E6A-A1DC-4B8F-9ED6-68489F3FD0F8}" dt="2021-04-12T12:15:00.004" v="76" actId="47"/>
        <pc:sldMkLst>
          <pc:docMk/>
          <pc:sldMk cId="1816086945" sldId="336"/>
        </pc:sldMkLst>
        <pc:spChg chg="mod">
          <ac:chgData name="Dan Suciu" userId="10bb65c167223f43" providerId="LiveId" clId="{8A142E6A-A1DC-4B8F-9ED6-68489F3FD0F8}" dt="2021-04-12T11:50:16.647" v="0"/>
          <ac:spMkLst>
            <pc:docMk/>
            <pc:sldMk cId="1816086945" sldId="336"/>
            <ac:spMk id="7171" creationId="{00000000-0000-0000-0000-000000000000}"/>
          </ac:spMkLst>
        </pc:spChg>
        <pc:spChg chg="mod">
          <ac:chgData name="Dan Suciu" userId="10bb65c167223f43" providerId="LiveId" clId="{8A142E6A-A1DC-4B8F-9ED6-68489F3FD0F8}" dt="2021-04-12T11:50:16.647" v="0"/>
          <ac:spMkLst>
            <pc:docMk/>
            <pc:sldMk cId="1816086945" sldId="336"/>
            <ac:spMk id="7172" creationId="{00000000-0000-0000-0000-000000000000}"/>
          </ac:spMkLst>
        </pc:spChg>
        <pc:spChg chg="mod">
          <ac:chgData name="Dan Suciu" userId="10bb65c167223f43" providerId="LiveId" clId="{8A142E6A-A1DC-4B8F-9ED6-68489F3FD0F8}" dt="2021-04-12T11:50:16.647" v="0"/>
          <ac:spMkLst>
            <pc:docMk/>
            <pc:sldMk cId="1816086945" sldId="336"/>
            <ac:spMk id="7173" creationId="{00000000-0000-0000-0000-000000000000}"/>
          </ac:spMkLst>
        </pc:spChg>
      </pc:sldChg>
      <pc:sldChg chg="modSp del">
        <pc:chgData name="Dan Suciu" userId="10bb65c167223f43" providerId="LiveId" clId="{8A142E6A-A1DC-4B8F-9ED6-68489F3FD0F8}" dt="2021-04-12T12:15:00.004" v="76" actId="47"/>
        <pc:sldMkLst>
          <pc:docMk/>
          <pc:sldMk cId="431422266" sldId="337"/>
        </pc:sldMkLst>
        <pc:spChg chg="mod">
          <ac:chgData name="Dan Suciu" userId="10bb65c167223f43" providerId="LiveId" clId="{8A142E6A-A1DC-4B8F-9ED6-68489F3FD0F8}" dt="2021-04-12T11:50:16.647" v="0"/>
          <ac:spMkLst>
            <pc:docMk/>
            <pc:sldMk cId="431422266" sldId="337"/>
            <ac:spMk id="7171" creationId="{00000000-0000-0000-0000-000000000000}"/>
          </ac:spMkLst>
        </pc:spChg>
        <pc:spChg chg="mod">
          <ac:chgData name="Dan Suciu" userId="10bb65c167223f43" providerId="LiveId" clId="{8A142E6A-A1DC-4B8F-9ED6-68489F3FD0F8}" dt="2021-04-12T11:50:16.647" v="0"/>
          <ac:spMkLst>
            <pc:docMk/>
            <pc:sldMk cId="431422266" sldId="337"/>
            <ac:spMk id="7172" creationId="{00000000-0000-0000-0000-000000000000}"/>
          </ac:spMkLst>
        </pc:spChg>
        <pc:spChg chg="mod">
          <ac:chgData name="Dan Suciu" userId="10bb65c167223f43" providerId="LiveId" clId="{8A142E6A-A1DC-4B8F-9ED6-68489F3FD0F8}" dt="2021-04-12T11:50:16.647" v="0"/>
          <ac:spMkLst>
            <pc:docMk/>
            <pc:sldMk cId="431422266" sldId="337"/>
            <ac:spMk id="7173" creationId="{00000000-0000-0000-0000-000000000000}"/>
          </ac:spMkLst>
        </pc:spChg>
      </pc:sldChg>
      <pc:sldChg chg="modSp mod">
        <pc:chgData name="Dan Suciu" userId="10bb65c167223f43" providerId="LiveId" clId="{8A142E6A-A1DC-4B8F-9ED6-68489F3FD0F8}" dt="2021-04-12T12:16:25.443" v="108" actId="1076"/>
        <pc:sldMkLst>
          <pc:docMk/>
          <pc:sldMk cId="499026709" sldId="338"/>
        </pc:sldMkLst>
        <pc:spChg chg="mod">
          <ac:chgData name="Dan Suciu" userId="10bb65c167223f43" providerId="LiveId" clId="{8A142E6A-A1DC-4B8F-9ED6-68489F3FD0F8}" dt="2021-04-12T12:16:22.706" v="107" actId="1076"/>
          <ac:spMkLst>
            <pc:docMk/>
            <pc:sldMk cId="499026709" sldId="338"/>
            <ac:spMk id="5" creationId="{00000000-0000-0000-0000-000000000000}"/>
          </ac:spMkLst>
        </pc:spChg>
        <pc:spChg chg="mod">
          <ac:chgData name="Dan Suciu" userId="10bb65c167223f43" providerId="LiveId" clId="{8A142E6A-A1DC-4B8F-9ED6-68489F3FD0F8}" dt="2021-04-12T12:16:20.371" v="106" actId="14100"/>
          <ac:spMkLst>
            <pc:docMk/>
            <pc:sldMk cId="499026709" sldId="338"/>
            <ac:spMk id="12291" creationId="{00000000-0000-0000-0000-000000000000}"/>
          </ac:spMkLst>
        </pc:spChg>
        <pc:spChg chg="mod">
          <ac:chgData name="Dan Suciu" userId="10bb65c167223f43" providerId="LiveId" clId="{8A142E6A-A1DC-4B8F-9ED6-68489F3FD0F8}" dt="2021-04-12T12:16:25.443" v="108" actId="1076"/>
          <ac:spMkLst>
            <pc:docMk/>
            <pc:sldMk cId="499026709" sldId="338"/>
            <ac:spMk id="12292" creationId="{00000000-0000-0000-0000-000000000000}"/>
          </ac:spMkLst>
        </pc:spChg>
      </pc:sldChg>
      <pc:sldChg chg="modSp mod">
        <pc:chgData name="Dan Suciu" userId="10bb65c167223f43" providerId="LiveId" clId="{8A142E6A-A1DC-4B8F-9ED6-68489F3FD0F8}" dt="2021-04-12T12:16:54.707" v="113" actId="1076"/>
        <pc:sldMkLst>
          <pc:docMk/>
          <pc:sldMk cId="1897997873" sldId="339"/>
        </pc:sldMkLst>
        <pc:spChg chg="mod">
          <ac:chgData name="Dan Suciu" userId="10bb65c167223f43" providerId="LiveId" clId="{8A142E6A-A1DC-4B8F-9ED6-68489F3FD0F8}" dt="2021-04-12T12:16:54.707" v="113" actId="1076"/>
          <ac:spMkLst>
            <pc:docMk/>
            <pc:sldMk cId="1897997873" sldId="339"/>
            <ac:spMk id="5" creationId="{00000000-0000-0000-0000-000000000000}"/>
          </ac:spMkLst>
        </pc:spChg>
        <pc:spChg chg="mod">
          <ac:chgData name="Dan Suciu" userId="10bb65c167223f43" providerId="LiveId" clId="{8A142E6A-A1DC-4B8F-9ED6-68489F3FD0F8}" dt="2021-04-12T12:16:45.243" v="110" actId="14100"/>
          <ac:spMkLst>
            <pc:docMk/>
            <pc:sldMk cId="1897997873" sldId="339"/>
            <ac:spMk id="12291" creationId="{00000000-0000-0000-0000-000000000000}"/>
          </ac:spMkLst>
        </pc:spChg>
        <pc:spChg chg="mod">
          <ac:chgData name="Dan Suciu" userId="10bb65c167223f43" providerId="LiveId" clId="{8A142E6A-A1DC-4B8F-9ED6-68489F3FD0F8}" dt="2021-04-12T12:16:51.939" v="112" actId="1076"/>
          <ac:spMkLst>
            <pc:docMk/>
            <pc:sldMk cId="1897997873" sldId="339"/>
            <ac:spMk id="12292" creationId="{00000000-0000-0000-0000-000000000000}"/>
          </ac:spMkLst>
        </pc:spChg>
      </pc:sldChg>
      <pc:sldChg chg="modSp mod">
        <pc:chgData name="Dan Suciu" userId="10bb65c167223f43" providerId="LiveId" clId="{8A142E6A-A1DC-4B8F-9ED6-68489F3FD0F8}" dt="2021-04-12T12:45:50.151" v="222" actId="1076"/>
        <pc:sldMkLst>
          <pc:docMk/>
          <pc:sldMk cId="4261123829" sldId="340"/>
        </pc:sldMkLst>
        <pc:spChg chg="mod">
          <ac:chgData name="Dan Suciu" userId="10bb65c167223f43" providerId="LiveId" clId="{8A142E6A-A1DC-4B8F-9ED6-68489F3FD0F8}" dt="2021-04-12T12:17:16.721" v="119" actId="14100"/>
          <ac:spMkLst>
            <pc:docMk/>
            <pc:sldMk cId="4261123829" sldId="340"/>
            <ac:spMk id="13315" creationId="{00000000-0000-0000-0000-000000000000}"/>
          </ac:spMkLst>
        </pc:spChg>
        <pc:spChg chg="mod">
          <ac:chgData name="Dan Suciu" userId="10bb65c167223f43" providerId="LiveId" clId="{8A142E6A-A1DC-4B8F-9ED6-68489F3FD0F8}" dt="2021-04-12T12:45:50.151" v="222" actId="1076"/>
          <ac:spMkLst>
            <pc:docMk/>
            <pc:sldMk cId="4261123829" sldId="340"/>
            <ac:spMk id="13316" creationId="{00000000-0000-0000-0000-000000000000}"/>
          </ac:spMkLst>
        </pc:spChg>
      </pc:sldChg>
      <pc:sldChg chg="modSp">
        <pc:chgData name="Dan Suciu" userId="10bb65c167223f43" providerId="LiveId" clId="{8A142E6A-A1DC-4B8F-9ED6-68489F3FD0F8}" dt="2021-04-12T12:18:21.219" v="168" actId="1037"/>
        <pc:sldMkLst>
          <pc:docMk/>
          <pc:sldMk cId="1421541426" sldId="341"/>
        </pc:sldMkLst>
        <pc:spChg chg="mod">
          <ac:chgData name="Dan Suciu" userId="10bb65c167223f43" providerId="LiveId" clId="{8A142E6A-A1DC-4B8F-9ED6-68489F3FD0F8}" dt="2021-04-12T12:18:21.219" v="168" actId="1037"/>
          <ac:spMkLst>
            <pc:docMk/>
            <pc:sldMk cId="1421541426" sldId="341"/>
            <ac:spMk id="17411" creationId="{00000000-0000-0000-0000-000000000000}"/>
          </ac:spMkLst>
        </pc:spChg>
        <pc:spChg chg="mod">
          <ac:chgData name="Dan Suciu" userId="10bb65c167223f43" providerId="LiveId" clId="{8A142E6A-A1DC-4B8F-9ED6-68489F3FD0F8}" dt="2021-04-12T12:18:21.219" v="168" actId="1037"/>
          <ac:spMkLst>
            <pc:docMk/>
            <pc:sldMk cId="1421541426" sldId="341"/>
            <ac:spMk id="17412" creationId="{00000000-0000-0000-0000-000000000000}"/>
          </ac:spMkLst>
        </pc:spChg>
        <pc:spChg chg="mod">
          <ac:chgData name="Dan Suciu" userId="10bb65c167223f43" providerId="LiveId" clId="{8A142E6A-A1DC-4B8F-9ED6-68489F3FD0F8}" dt="2021-04-12T12:18:21.219" v="168" actId="1037"/>
          <ac:spMkLst>
            <pc:docMk/>
            <pc:sldMk cId="1421541426" sldId="341"/>
            <ac:spMk id="17413" creationId="{00000000-0000-0000-0000-000000000000}"/>
          </ac:spMkLst>
        </pc:spChg>
        <pc:spChg chg="mod">
          <ac:chgData name="Dan Suciu" userId="10bb65c167223f43" providerId="LiveId" clId="{8A142E6A-A1DC-4B8F-9ED6-68489F3FD0F8}" dt="2021-04-12T12:18:21.219" v="168" actId="1037"/>
          <ac:spMkLst>
            <pc:docMk/>
            <pc:sldMk cId="1421541426" sldId="341"/>
            <ac:spMk id="17416" creationId="{00000000-0000-0000-0000-000000000000}"/>
          </ac:spMkLst>
        </pc:spChg>
        <pc:spChg chg="mod">
          <ac:chgData name="Dan Suciu" userId="10bb65c167223f43" providerId="LiveId" clId="{8A142E6A-A1DC-4B8F-9ED6-68489F3FD0F8}" dt="2021-04-12T12:18:21.219" v="168" actId="1037"/>
          <ac:spMkLst>
            <pc:docMk/>
            <pc:sldMk cId="1421541426" sldId="341"/>
            <ac:spMk id="17417" creationId="{00000000-0000-0000-0000-000000000000}"/>
          </ac:spMkLst>
        </pc:spChg>
        <pc:spChg chg="mod">
          <ac:chgData name="Dan Suciu" userId="10bb65c167223f43" providerId="LiveId" clId="{8A142E6A-A1DC-4B8F-9ED6-68489F3FD0F8}" dt="2021-04-12T12:18:21.219" v="168" actId="1037"/>
          <ac:spMkLst>
            <pc:docMk/>
            <pc:sldMk cId="1421541426" sldId="341"/>
            <ac:spMk id="17418" creationId="{00000000-0000-0000-0000-000000000000}"/>
          </ac:spMkLst>
        </pc:spChg>
        <pc:spChg chg="mod">
          <ac:chgData name="Dan Suciu" userId="10bb65c167223f43" providerId="LiveId" clId="{8A142E6A-A1DC-4B8F-9ED6-68489F3FD0F8}" dt="2021-04-12T12:18:21.219" v="168" actId="1037"/>
          <ac:spMkLst>
            <pc:docMk/>
            <pc:sldMk cId="1421541426" sldId="341"/>
            <ac:spMk id="17419" creationId="{00000000-0000-0000-0000-000000000000}"/>
          </ac:spMkLst>
        </pc:spChg>
        <pc:spChg chg="mod">
          <ac:chgData name="Dan Suciu" userId="10bb65c167223f43" providerId="LiveId" clId="{8A142E6A-A1DC-4B8F-9ED6-68489F3FD0F8}" dt="2021-04-12T12:18:21.219" v="168" actId="1037"/>
          <ac:spMkLst>
            <pc:docMk/>
            <pc:sldMk cId="1421541426" sldId="341"/>
            <ac:spMk id="17420" creationId="{00000000-0000-0000-0000-000000000000}"/>
          </ac:spMkLst>
        </pc:spChg>
        <pc:spChg chg="mod">
          <ac:chgData name="Dan Suciu" userId="10bb65c167223f43" providerId="LiveId" clId="{8A142E6A-A1DC-4B8F-9ED6-68489F3FD0F8}" dt="2021-04-12T12:18:21.219" v="168" actId="1037"/>
          <ac:spMkLst>
            <pc:docMk/>
            <pc:sldMk cId="1421541426" sldId="341"/>
            <ac:spMk id="17421" creationId="{00000000-0000-0000-0000-000000000000}"/>
          </ac:spMkLst>
        </pc:spChg>
        <pc:spChg chg="mod">
          <ac:chgData name="Dan Suciu" userId="10bb65c167223f43" providerId="LiveId" clId="{8A142E6A-A1DC-4B8F-9ED6-68489F3FD0F8}" dt="2021-04-12T12:18:21.219" v="168" actId="1037"/>
          <ac:spMkLst>
            <pc:docMk/>
            <pc:sldMk cId="1421541426" sldId="341"/>
            <ac:spMk id="17422" creationId="{00000000-0000-0000-0000-000000000000}"/>
          </ac:spMkLst>
        </pc:spChg>
        <pc:spChg chg="mod">
          <ac:chgData name="Dan Suciu" userId="10bb65c167223f43" providerId="LiveId" clId="{8A142E6A-A1DC-4B8F-9ED6-68489F3FD0F8}" dt="2021-04-12T12:18:21.219" v="168" actId="1037"/>
          <ac:spMkLst>
            <pc:docMk/>
            <pc:sldMk cId="1421541426" sldId="341"/>
            <ac:spMk id="17423" creationId="{00000000-0000-0000-0000-000000000000}"/>
          </ac:spMkLst>
        </pc:spChg>
        <pc:spChg chg="mod">
          <ac:chgData name="Dan Suciu" userId="10bb65c167223f43" providerId="LiveId" clId="{8A142E6A-A1DC-4B8F-9ED6-68489F3FD0F8}" dt="2021-04-12T12:18:21.219" v="168" actId="1037"/>
          <ac:spMkLst>
            <pc:docMk/>
            <pc:sldMk cId="1421541426" sldId="341"/>
            <ac:spMk id="17424" creationId="{00000000-0000-0000-0000-000000000000}"/>
          </ac:spMkLst>
        </pc:spChg>
        <pc:spChg chg="mod">
          <ac:chgData name="Dan Suciu" userId="10bb65c167223f43" providerId="LiveId" clId="{8A142E6A-A1DC-4B8F-9ED6-68489F3FD0F8}" dt="2021-04-12T12:18:21.219" v="168" actId="1037"/>
          <ac:spMkLst>
            <pc:docMk/>
            <pc:sldMk cId="1421541426" sldId="341"/>
            <ac:spMk id="17425" creationId="{00000000-0000-0000-0000-000000000000}"/>
          </ac:spMkLst>
        </pc:spChg>
        <pc:spChg chg="mod">
          <ac:chgData name="Dan Suciu" userId="10bb65c167223f43" providerId="LiveId" clId="{8A142E6A-A1DC-4B8F-9ED6-68489F3FD0F8}" dt="2021-04-12T12:18:21.219" v="168" actId="1037"/>
          <ac:spMkLst>
            <pc:docMk/>
            <pc:sldMk cId="1421541426" sldId="341"/>
            <ac:spMk id="17426" creationId="{00000000-0000-0000-0000-000000000000}"/>
          </ac:spMkLst>
        </pc:spChg>
        <pc:spChg chg="mod">
          <ac:chgData name="Dan Suciu" userId="10bb65c167223f43" providerId="LiveId" clId="{8A142E6A-A1DC-4B8F-9ED6-68489F3FD0F8}" dt="2021-04-12T12:18:21.219" v="168" actId="1037"/>
          <ac:spMkLst>
            <pc:docMk/>
            <pc:sldMk cId="1421541426" sldId="341"/>
            <ac:spMk id="17428" creationId="{00000000-0000-0000-0000-000000000000}"/>
          </ac:spMkLst>
        </pc:spChg>
        <pc:spChg chg="mod">
          <ac:chgData name="Dan Suciu" userId="10bb65c167223f43" providerId="LiveId" clId="{8A142E6A-A1DC-4B8F-9ED6-68489F3FD0F8}" dt="2021-04-12T12:18:21.219" v="168" actId="1037"/>
          <ac:spMkLst>
            <pc:docMk/>
            <pc:sldMk cId="1421541426" sldId="341"/>
            <ac:spMk id="17429" creationId="{00000000-0000-0000-0000-000000000000}"/>
          </ac:spMkLst>
        </pc:spChg>
        <pc:spChg chg="mod">
          <ac:chgData name="Dan Suciu" userId="10bb65c167223f43" providerId="LiveId" clId="{8A142E6A-A1DC-4B8F-9ED6-68489F3FD0F8}" dt="2021-04-12T12:18:21.219" v="168" actId="1037"/>
          <ac:spMkLst>
            <pc:docMk/>
            <pc:sldMk cId="1421541426" sldId="341"/>
            <ac:spMk id="17430" creationId="{00000000-0000-0000-0000-000000000000}"/>
          </ac:spMkLst>
        </pc:spChg>
        <pc:spChg chg="mod">
          <ac:chgData name="Dan Suciu" userId="10bb65c167223f43" providerId="LiveId" clId="{8A142E6A-A1DC-4B8F-9ED6-68489F3FD0F8}" dt="2021-04-12T12:18:21.219" v="168" actId="1037"/>
          <ac:spMkLst>
            <pc:docMk/>
            <pc:sldMk cId="1421541426" sldId="341"/>
            <ac:spMk id="17431" creationId="{00000000-0000-0000-0000-000000000000}"/>
          </ac:spMkLst>
        </pc:spChg>
        <pc:spChg chg="mod">
          <ac:chgData name="Dan Suciu" userId="10bb65c167223f43" providerId="LiveId" clId="{8A142E6A-A1DC-4B8F-9ED6-68489F3FD0F8}" dt="2021-04-12T12:18:21.219" v="168" actId="1037"/>
          <ac:spMkLst>
            <pc:docMk/>
            <pc:sldMk cId="1421541426" sldId="341"/>
            <ac:spMk id="17432" creationId="{00000000-0000-0000-0000-000000000000}"/>
          </ac:spMkLst>
        </pc:spChg>
        <pc:spChg chg="mod">
          <ac:chgData name="Dan Suciu" userId="10bb65c167223f43" providerId="LiveId" clId="{8A142E6A-A1DC-4B8F-9ED6-68489F3FD0F8}" dt="2021-04-12T12:18:21.219" v="168" actId="1037"/>
          <ac:spMkLst>
            <pc:docMk/>
            <pc:sldMk cId="1421541426" sldId="341"/>
            <ac:spMk id="17433" creationId="{00000000-0000-0000-0000-000000000000}"/>
          </ac:spMkLst>
        </pc:spChg>
        <pc:spChg chg="mod">
          <ac:chgData name="Dan Suciu" userId="10bb65c167223f43" providerId="LiveId" clId="{8A142E6A-A1DC-4B8F-9ED6-68489F3FD0F8}" dt="2021-04-12T12:18:21.219" v="168" actId="1037"/>
          <ac:spMkLst>
            <pc:docMk/>
            <pc:sldMk cId="1421541426" sldId="341"/>
            <ac:spMk id="17434" creationId="{00000000-0000-0000-0000-000000000000}"/>
          </ac:spMkLst>
        </pc:spChg>
        <pc:spChg chg="mod">
          <ac:chgData name="Dan Suciu" userId="10bb65c167223f43" providerId="LiveId" clId="{8A142E6A-A1DC-4B8F-9ED6-68489F3FD0F8}" dt="2021-04-12T12:18:21.219" v="168" actId="1037"/>
          <ac:spMkLst>
            <pc:docMk/>
            <pc:sldMk cId="1421541426" sldId="341"/>
            <ac:spMk id="17435" creationId="{00000000-0000-0000-0000-000000000000}"/>
          </ac:spMkLst>
        </pc:spChg>
        <pc:spChg chg="mod">
          <ac:chgData name="Dan Suciu" userId="10bb65c167223f43" providerId="LiveId" clId="{8A142E6A-A1DC-4B8F-9ED6-68489F3FD0F8}" dt="2021-04-12T12:18:21.219" v="168" actId="1037"/>
          <ac:spMkLst>
            <pc:docMk/>
            <pc:sldMk cId="1421541426" sldId="341"/>
            <ac:spMk id="17436" creationId="{00000000-0000-0000-0000-000000000000}"/>
          </ac:spMkLst>
        </pc:spChg>
        <pc:spChg chg="mod">
          <ac:chgData name="Dan Suciu" userId="10bb65c167223f43" providerId="LiveId" clId="{8A142E6A-A1DC-4B8F-9ED6-68489F3FD0F8}" dt="2021-04-12T12:18:21.219" v="168" actId="1037"/>
          <ac:spMkLst>
            <pc:docMk/>
            <pc:sldMk cId="1421541426" sldId="341"/>
            <ac:spMk id="17437" creationId="{00000000-0000-0000-0000-000000000000}"/>
          </ac:spMkLst>
        </pc:spChg>
        <pc:spChg chg="mod">
          <ac:chgData name="Dan Suciu" userId="10bb65c167223f43" providerId="LiveId" clId="{8A142E6A-A1DC-4B8F-9ED6-68489F3FD0F8}" dt="2021-04-12T12:18:21.219" v="168" actId="1037"/>
          <ac:spMkLst>
            <pc:docMk/>
            <pc:sldMk cId="1421541426" sldId="341"/>
            <ac:spMk id="17438" creationId="{00000000-0000-0000-0000-000000000000}"/>
          </ac:spMkLst>
        </pc:spChg>
        <pc:spChg chg="mod">
          <ac:chgData name="Dan Suciu" userId="10bb65c167223f43" providerId="LiveId" clId="{8A142E6A-A1DC-4B8F-9ED6-68489F3FD0F8}" dt="2021-04-12T12:18:21.219" v="168" actId="1037"/>
          <ac:spMkLst>
            <pc:docMk/>
            <pc:sldMk cId="1421541426" sldId="341"/>
            <ac:spMk id="17439" creationId="{00000000-0000-0000-0000-000000000000}"/>
          </ac:spMkLst>
        </pc:spChg>
        <pc:spChg chg="mod">
          <ac:chgData name="Dan Suciu" userId="10bb65c167223f43" providerId="LiveId" clId="{8A142E6A-A1DC-4B8F-9ED6-68489F3FD0F8}" dt="2021-04-12T12:18:21.219" v="168" actId="1037"/>
          <ac:spMkLst>
            <pc:docMk/>
            <pc:sldMk cId="1421541426" sldId="341"/>
            <ac:spMk id="17440" creationId="{00000000-0000-0000-0000-000000000000}"/>
          </ac:spMkLst>
        </pc:spChg>
        <pc:spChg chg="mod">
          <ac:chgData name="Dan Suciu" userId="10bb65c167223f43" providerId="LiveId" clId="{8A142E6A-A1DC-4B8F-9ED6-68489F3FD0F8}" dt="2021-04-12T12:18:21.219" v="168" actId="1037"/>
          <ac:spMkLst>
            <pc:docMk/>
            <pc:sldMk cId="1421541426" sldId="341"/>
            <ac:spMk id="17441" creationId="{00000000-0000-0000-0000-000000000000}"/>
          </ac:spMkLst>
        </pc:spChg>
        <pc:spChg chg="mod">
          <ac:chgData name="Dan Suciu" userId="10bb65c167223f43" providerId="LiveId" clId="{8A142E6A-A1DC-4B8F-9ED6-68489F3FD0F8}" dt="2021-04-12T12:18:21.219" v="168" actId="1037"/>
          <ac:spMkLst>
            <pc:docMk/>
            <pc:sldMk cId="1421541426" sldId="341"/>
            <ac:spMk id="17442" creationId="{00000000-0000-0000-0000-000000000000}"/>
          </ac:spMkLst>
        </pc:spChg>
        <pc:spChg chg="mod">
          <ac:chgData name="Dan Suciu" userId="10bb65c167223f43" providerId="LiveId" clId="{8A142E6A-A1DC-4B8F-9ED6-68489F3FD0F8}" dt="2021-04-12T12:18:21.219" v="168" actId="1037"/>
          <ac:spMkLst>
            <pc:docMk/>
            <pc:sldMk cId="1421541426" sldId="341"/>
            <ac:spMk id="17443" creationId="{00000000-0000-0000-0000-000000000000}"/>
          </ac:spMkLst>
        </pc:spChg>
        <pc:spChg chg="mod">
          <ac:chgData name="Dan Suciu" userId="10bb65c167223f43" providerId="LiveId" clId="{8A142E6A-A1DC-4B8F-9ED6-68489F3FD0F8}" dt="2021-04-12T12:18:21.219" v="168" actId="1037"/>
          <ac:spMkLst>
            <pc:docMk/>
            <pc:sldMk cId="1421541426" sldId="341"/>
            <ac:spMk id="17444" creationId="{00000000-0000-0000-0000-000000000000}"/>
          </ac:spMkLst>
        </pc:spChg>
        <pc:spChg chg="mod">
          <ac:chgData name="Dan Suciu" userId="10bb65c167223f43" providerId="LiveId" clId="{8A142E6A-A1DC-4B8F-9ED6-68489F3FD0F8}" dt="2021-04-12T12:18:21.219" v="168" actId="1037"/>
          <ac:spMkLst>
            <pc:docMk/>
            <pc:sldMk cId="1421541426" sldId="341"/>
            <ac:spMk id="17446" creationId="{00000000-0000-0000-0000-000000000000}"/>
          </ac:spMkLst>
        </pc:spChg>
        <pc:spChg chg="mod">
          <ac:chgData name="Dan Suciu" userId="10bb65c167223f43" providerId="LiveId" clId="{8A142E6A-A1DC-4B8F-9ED6-68489F3FD0F8}" dt="2021-04-12T12:18:21.219" v="168" actId="1037"/>
          <ac:spMkLst>
            <pc:docMk/>
            <pc:sldMk cId="1421541426" sldId="341"/>
            <ac:spMk id="17447" creationId="{00000000-0000-0000-0000-000000000000}"/>
          </ac:spMkLst>
        </pc:spChg>
        <pc:spChg chg="mod">
          <ac:chgData name="Dan Suciu" userId="10bb65c167223f43" providerId="LiveId" clId="{8A142E6A-A1DC-4B8F-9ED6-68489F3FD0F8}" dt="2021-04-12T12:18:21.219" v="168" actId="1037"/>
          <ac:spMkLst>
            <pc:docMk/>
            <pc:sldMk cId="1421541426" sldId="341"/>
            <ac:spMk id="17448" creationId="{00000000-0000-0000-0000-000000000000}"/>
          </ac:spMkLst>
        </pc:spChg>
        <pc:spChg chg="mod">
          <ac:chgData name="Dan Suciu" userId="10bb65c167223f43" providerId="LiveId" clId="{8A142E6A-A1DC-4B8F-9ED6-68489F3FD0F8}" dt="2021-04-12T12:18:21.219" v="168" actId="1037"/>
          <ac:spMkLst>
            <pc:docMk/>
            <pc:sldMk cId="1421541426" sldId="341"/>
            <ac:spMk id="17449" creationId="{00000000-0000-0000-0000-000000000000}"/>
          </ac:spMkLst>
        </pc:spChg>
        <pc:spChg chg="mod">
          <ac:chgData name="Dan Suciu" userId="10bb65c167223f43" providerId="LiveId" clId="{8A142E6A-A1DC-4B8F-9ED6-68489F3FD0F8}" dt="2021-04-12T12:18:21.219" v="168" actId="1037"/>
          <ac:spMkLst>
            <pc:docMk/>
            <pc:sldMk cId="1421541426" sldId="341"/>
            <ac:spMk id="17451" creationId="{00000000-0000-0000-0000-000000000000}"/>
          </ac:spMkLst>
        </pc:spChg>
        <pc:spChg chg="mod">
          <ac:chgData name="Dan Suciu" userId="10bb65c167223f43" providerId="LiveId" clId="{8A142E6A-A1DC-4B8F-9ED6-68489F3FD0F8}" dt="2021-04-12T12:18:21.219" v="168" actId="1037"/>
          <ac:spMkLst>
            <pc:docMk/>
            <pc:sldMk cId="1421541426" sldId="341"/>
            <ac:spMk id="17452" creationId="{00000000-0000-0000-0000-000000000000}"/>
          </ac:spMkLst>
        </pc:spChg>
        <pc:spChg chg="mod">
          <ac:chgData name="Dan Suciu" userId="10bb65c167223f43" providerId="LiveId" clId="{8A142E6A-A1DC-4B8F-9ED6-68489F3FD0F8}" dt="2021-04-12T12:18:21.219" v="168" actId="1037"/>
          <ac:spMkLst>
            <pc:docMk/>
            <pc:sldMk cId="1421541426" sldId="341"/>
            <ac:spMk id="17453" creationId="{00000000-0000-0000-0000-000000000000}"/>
          </ac:spMkLst>
        </pc:spChg>
        <pc:spChg chg="mod">
          <ac:chgData name="Dan Suciu" userId="10bb65c167223f43" providerId="LiveId" clId="{8A142E6A-A1DC-4B8F-9ED6-68489F3FD0F8}" dt="2021-04-12T12:18:21.219" v="168" actId="1037"/>
          <ac:spMkLst>
            <pc:docMk/>
            <pc:sldMk cId="1421541426" sldId="341"/>
            <ac:spMk id="17454" creationId="{00000000-0000-0000-0000-000000000000}"/>
          </ac:spMkLst>
        </pc:spChg>
        <pc:spChg chg="mod">
          <ac:chgData name="Dan Suciu" userId="10bb65c167223f43" providerId="LiveId" clId="{8A142E6A-A1DC-4B8F-9ED6-68489F3FD0F8}" dt="2021-04-12T12:18:21.219" v="168" actId="1037"/>
          <ac:spMkLst>
            <pc:docMk/>
            <pc:sldMk cId="1421541426" sldId="341"/>
            <ac:spMk id="17455" creationId="{00000000-0000-0000-0000-000000000000}"/>
          </ac:spMkLst>
        </pc:spChg>
        <pc:spChg chg="mod">
          <ac:chgData name="Dan Suciu" userId="10bb65c167223f43" providerId="LiveId" clId="{8A142E6A-A1DC-4B8F-9ED6-68489F3FD0F8}" dt="2021-04-12T12:18:21.219" v="168" actId="1037"/>
          <ac:spMkLst>
            <pc:docMk/>
            <pc:sldMk cId="1421541426" sldId="341"/>
            <ac:spMk id="17456" creationId="{00000000-0000-0000-0000-000000000000}"/>
          </ac:spMkLst>
        </pc:spChg>
        <pc:spChg chg="mod">
          <ac:chgData name="Dan Suciu" userId="10bb65c167223f43" providerId="LiveId" clId="{8A142E6A-A1DC-4B8F-9ED6-68489F3FD0F8}" dt="2021-04-12T12:18:21.219" v="168" actId="1037"/>
          <ac:spMkLst>
            <pc:docMk/>
            <pc:sldMk cId="1421541426" sldId="341"/>
            <ac:spMk id="17457" creationId="{00000000-0000-0000-0000-000000000000}"/>
          </ac:spMkLst>
        </pc:spChg>
        <pc:spChg chg="mod">
          <ac:chgData name="Dan Suciu" userId="10bb65c167223f43" providerId="LiveId" clId="{8A142E6A-A1DC-4B8F-9ED6-68489F3FD0F8}" dt="2021-04-12T12:18:21.219" v="168" actId="1037"/>
          <ac:spMkLst>
            <pc:docMk/>
            <pc:sldMk cId="1421541426" sldId="341"/>
            <ac:spMk id="17458" creationId="{00000000-0000-0000-0000-000000000000}"/>
          </ac:spMkLst>
        </pc:spChg>
        <pc:spChg chg="mod">
          <ac:chgData name="Dan Suciu" userId="10bb65c167223f43" providerId="LiveId" clId="{8A142E6A-A1DC-4B8F-9ED6-68489F3FD0F8}" dt="2021-04-12T12:18:21.219" v="168" actId="1037"/>
          <ac:spMkLst>
            <pc:docMk/>
            <pc:sldMk cId="1421541426" sldId="341"/>
            <ac:spMk id="17459" creationId="{00000000-0000-0000-0000-000000000000}"/>
          </ac:spMkLst>
        </pc:spChg>
        <pc:spChg chg="mod">
          <ac:chgData name="Dan Suciu" userId="10bb65c167223f43" providerId="LiveId" clId="{8A142E6A-A1DC-4B8F-9ED6-68489F3FD0F8}" dt="2021-04-12T12:18:21.219" v="168" actId="1037"/>
          <ac:spMkLst>
            <pc:docMk/>
            <pc:sldMk cId="1421541426" sldId="341"/>
            <ac:spMk id="17460" creationId="{00000000-0000-0000-0000-000000000000}"/>
          </ac:spMkLst>
        </pc:spChg>
        <pc:spChg chg="mod">
          <ac:chgData name="Dan Suciu" userId="10bb65c167223f43" providerId="LiveId" clId="{8A142E6A-A1DC-4B8F-9ED6-68489F3FD0F8}" dt="2021-04-12T12:18:21.219" v="168" actId="1037"/>
          <ac:spMkLst>
            <pc:docMk/>
            <pc:sldMk cId="1421541426" sldId="341"/>
            <ac:spMk id="17461" creationId="{00000000-0000-0000-0000-000000000000}"/>
          </ac:spMkLst>
        </pc:spChg>
        <pc:spChg chg="mod">
          <ac:chgData name="Dan Suciu" userId="10bb65c167223f43" providerId="LiveId" clId="{8A142E6A-A1DC-4B8F-9ED6-68489F3FD0F8}" dt="2021-04-12T12:18:21.219" v="168" actId="1037"/>
          <ac:spMkLst>
            <pc:docMk/>
            <pc:sldMk cId="1421541426" sldId="341"/>
            <ac:spMk id="17462" creationId="{00000000-0000-0000-0000-000000000000}"/>
          </ac:spMkLst>
        </pc:spChg>
        <pc:spChg chg="mod">
          <ac:chgData name="Dan Suciu" userId="10bb65c167223f43" providerId="LiveId" clId="{8A142E6A-A1DC-4B8F-9ED6-68489F3FD0F8}" dt="2021-04-12T12:18:21.219" v="168" actId="1037"/>
          <ac:spMkLst>
            <pc:docMk/>
            <pc:sldMk cId="1421541426" sldId="341"/>
            <ac:spMk id="17463" creationId="{00000000-0000-0000-0000-000000000000}"/>
          </ac:spMkLst>
        </pc:spChg>
        <pc:spChg chg="mod">
          <ac:chgData name="Dan Suciu" userId="10bb65c167223f43" providerId="LiveId" clId="{8A142E6A-A1DC-4B8F-9ED6-68489F3FD0F8}" dt="2021-04-12T12:18:21.219" v="168" actId="1037"/>
          <ac:spMkLst>
            <pc:docMk/>
            <pc:sldMk cId="1421541426" sldId="341"/>
            <ac:spMk id="17464" creationId="{00000000-0000-0000-0000-000000000000}"/>
          </ac:spMkLst>
        </pc:spChg>
        <pc:spChg chg="mod">
          <ac:chgData name="Dan Suciu" userId="10bb65c167223f43" providerId="LiveId" clId="{8A142E6A-A1DC-4B8F-9ED6-68489F3FD0F8}" dt="2021-04-12T12:18:21.219" v="168" actId="1037"/>
          <ac:spMkLst>
            <pc:docMk/>
            <pc:sldMk cId="1421541426" sldId="341"/>
            <ac:spMk id="17465" creationId="{00000000-0000-0000-0000-000000000000}"/>
          </ac:spMkLst>
        </pc:spChg>
        <pc:spChg chg="mod">
          <ac:chgData name="Dan Suciu" userId="10bb65c167223f43" providerId="LiveId" clId="{8A142E6A-A1DC-4B8F-9ED6-68489F3FD0F8}" dt="2021-04-12T12:18:21.219" v="168" actId="1037"/>
          <ac:spMkLst>
            <pc:docMk/>
            <pc:sldMk cId="1421541426" sldId="341"/>
            <ac:spMk id="17466" creationId="{00000000-0000-0000-0000-000000000000}"/>
          </ac:spMkLst>
        </pc:spChg>
        <pc:spChg chg="mod">
          <ac:chgData name="Dan Suciu" userId="10bb65c167223f43" providerId="LiveId" clId="{8A142E6A-A1DC-4B8F-9ED6-68489F3FD0F8}" dt="2021-04-12T12:18:21.219" v="168" actId="1037"/>
          <ac:spMkLst>
            <pc:docMk/>
            <pc:sldMk cId="1421541426" sldId="341"/>
            <ac:spMk id="17467" creationId="{00000000-0000-0000-0000-000000000000}"/>
          </ac:spMkLst>
        </pc:spChg>
        <pc:spChg chg="mod">
          <ac:chgData name="Dan Suciu" userId="10bb65c167223f43" providerId="LiveId" clId="{8A142E6A-A1DC-4B8F-9ED6-68489F3FD0F8}" dt="2021-04-12T12:18:21.219" v="168" actId="1037"/>
          <ac:spMkLst>
            <pc:docMk/>
            <pc:sldMk cId="1421541426" sldId="341"/>
            <ac:spMk id="17468" creationId="{00000000-0000-0000-0000-000000000000}"/>
          </ac:spMkLst>
        </pc:spChg>
        <pc:spChg chg="mod">
          <ac:chgData name="Dan Suciu" userId="10bb65c167223f43" providerId="LiveId" clId="{8A142E6A-A1DC-4B8F-9ED6-68489F3FD0F8}" dt="2021-04-12T12:18:21.219" v="168" actId="1037"/>
          <ac:spMkLst>
            <pc:docMk/>
            <pc:sldMk cId="1421541426" sldId="341"/>
            <ac:spMk id="17469" creationId="{00000000-0000-0000-0000-000000000000}"/>
          </ac:spMkLst>
        </pc:spChg>
        <pc:spChg chg="mod">
          <ac:chgData name="Dan Suciu" userId="10bb65c167223f43" providerId="LiveId" clId="{8A142E6A-A1DC-4B8F-9ED6-68489F3FD0F8}" dt="2021-04-12T12:18:21.219" v="168" actId="1037"/>
          <ac:spMkLst>
            <pc:docMk/>
            <pc:sldMk cId="1421541426" sldId="341"/>
            <ac:spMk id="17470" creationId="{00000000-0000-0000-0000-000000000000}"/>
          </ac:spMkLst>
        </pc:spChg>
        <pc:spChg chg="mod">
          <ac:chgData name="Dan Suciu" userId="10bb65c167223f43" providerId="LiveId" clId="{8A142E6A-A1DC-4B8F-9ED6-68489F3FD0F8}" dt="2021-04-12T12:18:21.219" v="168" actId="1037"/>
          <ac:spMkLst>
            <pc:docMk/>
            <pc:sldMk cId="1421541426" sldId="341"/>
            <ac:spMk id="17471" creationId="{00000000-0000-0000-0000-000000000000}"/>
          </ac:spMkLst>
        </pc:spChg>
        <pc:spChg chg="mod">
          <ac:chgData name="Dan Suciu" userId="10bb65c167223f43" providerId="LiveId" clId="{8A142E6A-A1DC-4B8F-9ED6-68489F3FD0F8}" dt="2021-04-12T12:18:21.219" v="168" actId="1037"/>
          <ac:spMkLst>
            <pc:docMk/>
            <pc:sldMk cId="1421541426" sldId="341"/>
            <ac:spMk id="17472" creationId="{00000000-0000-0000-0000-000000000000}"/>
          </ac:spMkLst>
        </pc:spChg>
        <pc:spChg chg="mod">
          <ac:chgData name="Dan Suciu" userId="10bb65c167223f43" providerId="LiveId" clId="{8A142E6A-A1DC-4B8F-9ED6-68489F3FD0F8}" dt="2021-04-12T12:18:21.219" v="168" actId="1037"/>
          <ac:spMkLst>
            <pc:docMk/>
            <pc:sldMk cId="1421541426" sldId="341"/>
            <ac:spMk id="17473" creationId="{00000000-0000-0000-0000-000000000000}"/>
          </ac:spMkLst>
        </pc:spChg>
        <pc:spChg chg="mod">
          <ac:chgData name="Dan Suciu" userId="10bb65c167223f43" providerId="LiveId" clId="{8A142E6A-A1DC-4B8F-9ED6-68489F3FD0F8}" dt="2021-04-12T12:18:21.219" v="168" actId="1037"/>
          <ac:spMkLst>
            <pc:docMk/>
            <pc:sldMk cId="1421541426" sldId="341"/>
            <ac:spMk id="17474" creationId="{00000000-0000-0000-0000-000000000000}"/>
          </ac:spMkLst>
        </pc:spChg>
        <pc:spChg chg="mod">
          <ac:chgData name="Dan Suciu" userId="10bb65c167223f43" providerId="LiveId" clId="{8A142E6A-A1DC-4B8F-9ED6-68489F3FD0F8}" dt="2021-04-12T12:18:21.219" v="168" actId="1037"/>
          <ac:spMkLst>
            <pc:docMk/>
            <pc:sldMk cId="1421541426" sldId="341"/>
            <ac:spMk id="17475" creationId="{00000000-0000-0000-0000-000000000000}"/>
          </ac:spMkLst>
        </pc:spChg>
        <pc:spChg chg="mod">
          <ac:chgData name="Dan Suciu" userId="10bb65c167223f43" providerId="LiveId" clId="{8A142E6A-A1DC-4B8F-9ED6-68489F3FD0F8}" dt="2021-04-12T12:18:21.219" v="168" actId="1037"/>
          <ac:spMkLst>
            <pc:docMk/>
            <pc:sldMk cId="1421541426" sldId="341"/>
            <ac:spMk id="17476" creationId="{00000000-0000-0000-0000-000000000000}"/>
          </ac:spMkLst>
        </pc:spChg>
        <pc:spChg chg="mod">
          <ac:chgData name="Dan Suciu" userId="10bb65c167223f43" providerId="LiveId" clId="{8A142E6A-A1DC-4B8F-9ED6-68489F3FD0F8}" dt="2021-04-12T12:18:21.219" v="168" actId="1037"/>
          <ac:spMkLst>
            <pc:docMk/>
            <pc:sldMk cId="1421541426" sldId="341"/>
            <ac:spMk id="17477" creationId="{00000000-0000-0000-0000-000000000000}"/>
          </ac:spMkLst>
        </pc:spChg>
        <pc:spChg chg="mod">
          <ac:chgData name="Dan Suciu" userId="10bb65c167223f43" providerId="LiveId" clId="{8A142E6A-A1DC-4B8F-9ED6-68489F3FD0F8}" dt="2021-04-12T12:18:21.219" v="168" actId="1037"/>
          <ac:spMkLst>
            <pc:docMk/>
            <pc:sldMk cId="1421541426" sldId="341"/>
            <ac:spMk id="17478" creationId="{00000000-0000-0000-0000-000000000000}"/>
          </ac:spMkLst>
        </pc:spChg>
        <pc:spChg chg="mod">
          <ac:chgData name="Dan Suciu" userId="10bb65c167223f43" providerId="LiveId" clId="{8A142E6A-A1DC-4B8F-9ED6-68489F3FD0F8}" dt="2021-04-12T12:18:21.219" v="168" actId="1037"/>
          <ac:spMkLst>
            <pc:docMk/>
            <pc:sldMk cId="1421541426" sldId="341"/>
            <ac:spMk id="17479" creationId="{00000000-0000-0000-0000-000000000000}"/>
          </ac:spMkLst>
        </pc:spChg>
        <pc:spChg chg="mod">
          <ac:chgData name="Dan Suciu" userId="10bb65c167223f43" providerId="LiveId" clId="{8A142E6A-A1DC-4B8F-9ED6-68489F3FD0F8}" dt="2021-04-12T12:18:21.219" v="168" actId="1037"/>
          <ac:spMkLst>
            <pc:docMk/>
            <pc:sldMk cId="1421541426" sldId="341"/>
            <ac:spMk id="17480" creationId="{00000000-0000-0000-0000-000000000000}"/>
          </ac:spMkLst>
        </pc:spChg>
        <pc:spChg chg="mod">
          <ac:chgData name="Dan Suciu" userId="10bb65c167223f43" providerId="LiveId" clId="{8A142E6A-A1DC-4B8F-9ED6-68489F3FD0F8}" dt="2021-04-12T12:18:21.219" v="168" actId="1037"/>
          <ac:spMkLst>
            <pc:docMk/>
            <pc:sldMk cId="1421541426" sldId="341"/>
            <ac:spMk id="17481" creationId="{00000000-0000-0000-0000-000000000000}"/>
          </ac:spMkLst>
        </pc:spChg>
        <pc:spChg chg="mod">
          <ac:chgData name="Dan Suciu" userId="10bb65c167223f43" providerId="LiveId" clId="{8A142E6A-A1DC-4B8F-9ED6-68489F3FD0F8}" dt="2021-04-12T12:18:21.219" v="168" actId="1037"/>
          <ac:spMkLst>
            <pc:docMk/>
            <pc:sldMk cId="1421541426" sldId="341"/>
            <ac:spMk id="17482" creationId="{00000000-0000-0000-0000-000000000000}"/>
          </ac:spMkLst>
        </pc:spChg>
        <pc:spChg chg="mod">
          <ac:chgData name="Dan Suciu" userId="10bb65c167223f43" providerId="LiveId" clId="{8A142E6A-A1DC-4B8F-9ED6-68489F3FD0F8}" dt="2021-04-12T12:18:21.219" v="168" actId="1037"/>
          <ac:spMkLst>
            <pc:docMk/>
            <pc:sldMk cId="1421541426" sldId="341"/>
            <ac:spMk id="17483" creationId="{00000000-0000-0000-0000-000000000000}"/>
          </ac:spMkLst>
        </pc:spChg>
        <pc:spChg chg="mod">
          <ac:chgData name="Dan Suciu" userId="10bb65c167223f43" providerId="LiveId" clId="{8A142E6A-A1DC-4B8F-9ED6-68489F3FD0F8}" dt="2021-04-12T12:18:21.219" v="168" actId="1037"/>
          <ac:spMkLst>
            <pc:docMk/>
            <pc:sldMk cId="1421541426" sldId="341"/>
            <ac:spMk id="17484" creationId="{00000000-0000-0000-0000-000000000000}"/>
          </ac:spMkLst>
        </pc:spChg>
        <pc:spChg chg="mod">
          <ac:chgData name="Dan Suciu" userId="10bb65c167223f43" providerId="LiveId" clId="{8A142E6A-A1DC-4B8F-9ED6-68489F3FD0F8}" dt="2021-04-12T12:18:21.219" v="168" actId="1037"/>
          <ac:spMkLst>
            <pc:docMk/>
            <pc:sldMk cId="1421541426" sldId="341"/>
            <ac:spMk id="17485" creationId="{00000000-0000-0000-0000-000000000000}"/>
          </ac:spMkLst>
        </pc:spChg>
        <pc:spChg chg="mod">
          <ac:chgData name="Dan Suciu" userId="10bb65c167223f43" providerId="LiveId" clId="{8A142E6A-A1DC-4B8F-9ED6-68489F3FD0F8}" dt="2021-04-12T12:18:21.219" v="168" actId="1037"/>
          <ac:spMkLst>
            <pc:docMk/>
            <pc:sldMk cId="1421541426" sldId="341"/>
            <ac:spMk id="17486" creationId="{00000000-0000-0000-0000-000000000000}"/>
          </ac:spMkLst>
        </pc:spChg>
        <pc:spChg chg="mod">
          <ac:chgData name="Dan Suciu" userId="10bb65c167223f43" providerId="LiveId" clId="{8A142E6A-A1DC-4B8F-9ED6-68489F3FD0F8}" dt="2021-04-12T12:18:21.219" v="168" actId="1037"/>
          <ac:spMkLst>
            <pc:docMk/>
            <pc:sldMk cId="1421541426" sldId="341"/>
            <ac:spMk id="17487" creationId="{00000000-0000-0000-0000-000000000000}"/>
          </ac:spMkLst>
        </pc:spChg>
        <pc:spChg chg="mod">
          <ac:chgData name="Dan Suciu" userId="10bb65c167223f43" providerId="LiveId" clId="{8A142E6A-A1DC-4B8F-9ED6-68489F3FD0F8}" dt="2021-04-12T12:18:21.219" v="168" actId="1037"/>
          <ac:spMkLst>
            <pc:docMk/>
            <pc:sldMk cId="1421541426" sldId="341"/>
            <ac:spMk id="17488" creationId="{00000000-0000-0000-0000-000000000000}"/>
          </ac:spMkLst>
        </pc:spChg>
        <pc:spChg chg="mod">
          <ac:chgData name="Dan Suciu" userId="10bb65c167223f43" providerId="LiveId" clId="{8A142E6A-A1DC-4B8F-9ED6-68489F3FD0F8}" dt="2021-04-12T12:18:21.219" v="168" actId="1037"/>
          <ac:spMkLst>
            <pc:docMk/>
            <pc:sldMk cId="1421541426" sldId="341"/>
            <ac:spMk id="17489" creationId="{00000000-0000-0000-0000-000000000000}"/>
          </ac:spMkLst>
        </pc:spChg>
        <pc:spChg chg="mod">
          <ac:chgData name="Dan Suciu" userId="10bb65c167223f43" providerId="LiveId" clId="{8A142E6A-A1DC-4B8F-9ED6-68489F3FD0F8}" dt="2021-04-12T12:18:21.219" v="168" actId="1037"/>
          <ac:spMkLst>
            <pc:docMk/>
            <pc:sldMk cId="1421541426" sldId="341"/>
            <ac:spMk id="17490" creationId="{00000000-0000-0000-0000-000000000000}"/>
          </ac:spMkLst>
        </pc:spChg>
        <pc:spChg chg="mod">
          <ac:chgData name="Dan Suciu" userId="10bb65c167223f43" providerId="LiveId" clId="{8A142E6A-A1DC-4B8F-9ED6-68489F3FD0F8}" dt="2021-04-12T12:18:21.219" v="168" actId="1037"/>
          <ac:spMkLst>
            <pc:docMk/>
            <pc:sldMk cId="1421541426" sldId="341"/>
            <ac:spMk id="17491" creationId="{00000000-0000-0000-0000-000000000000}"/>
          </ac:spMkLst>
        </pc:spChg>
        <pc:spChg chg="mod">
          <ac:chgData name="Dan Suciu" userId="10bb65c167223f43" providerId="LiveId" clId="{8A142E6A-A1DC-4B8F-9ED6-68489F3FD0F8}" dt="2021-04-12T12:18:21.219" v="168" actId="1037"/>
          <ac:spMkLst>
            <pc:docMk/>
            <pc:sldMk cId="1421541426" sldId="341"/>
            <ac:spMk id="17492" creationId="{00000000-0000-0000-0000-000000000000}"/>
          </ac:spMkLst>
        </pc:spChg>
        <pc:spChg chg="mod">
          <ac:chgData name="Dan Suciu" userId="10bb65c167223f43" providerId="LiveId" clId="{8A142E6A-A1DC-4B8F-9ED6-68489F3FD0F8}" dt="2021-04-12T12:18:21.219" v="168" actId="1037"/>
          <ac:spMkLst>
            <pc:docMk/>
            <pc:sldMk cId="1421541426" sldId="341"/>
            <ac:spMk id="17494" creationId="{00000000-0000-0000-0000-000000000000}"/>
          </ac:spMkLst>
        </pc:spChg>
        <pc:spChg chg="mod">
          <ac:chgData name="Dan Suciu" userId="10bb65c167223f43" providerId="LiveId" clId="{8A142E6A-A1DC-4B8F-9ED6-68489F3FD0F8}" dt="2021-04-12T12:18:21.219" v="168" actId="1037"/>
          <ac:spMkLst>
            <pc:docMk/>
            <pc:sldMk cId="1421541426" sldId="341"/>
            <ac:spMk id="17495" creationId="{00000000-0000-0000-0000-000000000000}"/>
          </ac:spMkLst>
        </pc:spChg>
        <pc:spChg chg="mod">
          <ac:chgData name="Dan Suciu" userId="10bb65c167223f43" providerId="LiveId" clId="{8A142E6A-A1DC-4B8F-9ED6-68489F3FD0F8}" dt="2021-04-12T12:18:21.219" v="168" actId="1037"/>
          <ac:spMkLst>
            <pc:docMk/>
            <pc:sldMk cId="1421541426" sldId="341"/>
            <ac:spMk id="17496" creationId="{00000000-0000-0000-0000-000000000000}"/>
          </ac:spMkLst>
        </pc:spChg>
        <pc:spChg chg="mod">
          <ac:chgData name="Dan Suciu" userId="10bb65c167223f43" providerId="LiveId" clId="{8A142E6A-A1DC-4B8F-9ED6-68489F3FD0F8}" dt="2021-04-12T12:18:21.219" v="168" actId="1037"/>
          <ac:spMkLst>
            <pc:docMk/>
            <pc:sldMk cId="1421541426" sldId="341"/>
            <ac:spMk id="17497" creationId="{00000000-0000-0000-0000-000000000000}"/>
          </ac:spMkLst>
        </pc:spChg>
        <pc:spChg chg="mod">
          <ac:chgData name="Dan Suciu" userId="10bb65c167223f43" providerId="LiveId" clId="{8A142E6A-A1DC-4B8F-9ED6-68489F3FD0F8}" dt="2021-04-12T12:18:21.219" v="168" actId="1037"/>
          <ac:spMkLst>
            <pc:docMk/>
            <pc:sldMk cId="1421541426" sldId="341"/>
            <ac:spMk id="17498" creationId="{00000000-0000-0000-0000-000000000000}"/>
          </ac:spMkLst>
        </pc:spChg>
        <pc:spChg chg="mod">
          <ac:chgData name="Dan Suciu" userId="10bb65c167223f43" providerId="LiveId" clId="{8A142E6A-A1DC-4B8F-9ED6-68489F3FD0F8}" dt="2021-04-12T12:18:21.219" v="168" actId="1037"/>
          <ac:spMkLst>
            <pc:docMk/>
            <pc:sldMk cId="1421541426" sldId="341"/>
            <ac:spMk id="17499" creationId="{00000000-0000-0000-0000-000000000000}"/>
          </ac:spMkLst>
        </pc:spChg>
        <pc:spChg chg="mod">
          <ac:chgData name="Dan Suciu" userId="10bb65c167223f43" providerId="LiveId" clId="{8A142E6A-A1DC-4B8F-9ED6-68489F3FD0F8}" dt="2021-04-12T12:18:21.219" v="168" actId="1037"/>
          <ac:spMkLst>
            <pc:docMk/>
            <pc:sldMk cId="1421541426" sldId="341"/>
            <ac:spMk id="17500" creationId="{00000000-0000-0000-0000-000000000000}"/>
          </ac:spMkLst>
        </pc:spChg>
        <pc:spChg chg="mod">
          <ac:chgData name="Dan Suciu" userId="10bb65c167223f43" providerId="LiveId" clId="{8A142E6A-A1DC-4B8F-9ED6-68489F3FD0F8}" dt="2021-04-12T12:18:21.219" v="168" actId="1037"/>
          <ac:spMkLst>
            <pc:docMk/>
            <pc:sldMk cId="1421541426" sldId="341"/>
            <ac:spMk id="17501" creationId="{00000000-0000-0000-0000-000000000000}"/>
          </ac:spMkLst>
        </pc:spChg>
        <pc:spChg chg="mod">
          <ac:chgData name="Dan Suciu" userId="10bb65c167223f43" providerId="LiveId" clId="{8A142E6A-A1DC-4B8F-9ED6-68489F3FD0F8}" dt="2021-04-12T12:18:21.219" v="168" actId="1037"/>
          <ac:spMkLst>
            <pc:docMk/>
            <pc:sldMk cId="1421541426" sldId="341"/>
            <ac:spMk id="17502" creationId="{00000000-0000-0000-0000-000000000000}"/>
          </ac:spMkLst>
        </pc:spChg>
        <pc:spChg chg="mod">
          <ac:chgData name="Dan Suciu" userId="10bb65c167223f43" providerId="LiveId" clId="{8A142E6A-A1DC-4B8F-9ED6-68489F3FD0F8}" dt="2021-04-12T12:18:21.219" v="168" actId="1037"/>
          <ac:spMkLst>
            <pc:docMk/>
            <pc:sldMk cId="1421541426" sldId="341"/>
            <ac:spMk id="17505" creationId="{00000000-0000-0000-0000-000000000000}"/>
          </ac:spMkLst>
        </pc:spChg>
        <pc:spChg chg="mod">
          <ac:chgData name="Dan Suciu" userId="10bb65c167223f43" providerId="LiveId" clId="{8A142E6A-A1DC-4B8F-9ED6-68489F3FD0F8}" dt="2021-04-12T12:18:21.219" v="168" actId="1037"/>
          <ac:spMkLst>
            <pc:docMk/>
            <pc:sldMk cId="1421541426" sldId="341"/>
            <ac:spMk id="17506" creationId="{00000000-0000-0000-0000-000000000000}"/>
          </ac:spMkLst>
        </pc:spChg>
        <pc:spChg chg="mod">
          <ac:chgData name="Dan Suciu" userId="10bb65c167223f43" providerId="LiveId" clId="{8A142E6A-A1DC-4B8F-9ED6-68489F3FD0F8}" dt="2021-04-12T12:18:21.219" v="168" actId="1037"/>
          <ac:spMkLst>
            <pc:docMk/>
            <pc:sldMk cId="1421541426" sldId="341"/>
            <ac:spMk id="17507" creationId="{00000000-0000-0000-0000-000000000000}"/>
          </ac:spMkLst>
        </pc:spChg>
        <pc:spChg chg="mod">
          <ac:chgData name="Dan Suciu" userId="10bb65c167223f43" providerId="LiveId" clId="{8A142E6A-A1DC-4B8F-9ED6-68489F3FD0F8}" dt="2021-04-12T12:18:21.219" v="168" actId="1037"/>
          <ac:spMkLst>
            <pc:docMk/>
            <pc:sldMk cId="1421541426" sldId="341"/>
            <ac:spMk id="17508" creationId="{00000000-0000-0000-0000-000000000000}"/>
          </ac:spMkLst>
        </pc:spChg>
        <pc:spChg chg="mod">
          <ac:chgData name="Dan Suciu" userId="10bb65c167223f43" providerId="LiveId" clId="{8A142E6A-A1DC-4B8F-9ED6-68489F3FD0F8}" dt="2021-04-12T12:18:21.219" v="168" actId="1037"/>
          <ac:spMkLst>
            <pc:docMk/>
            <pc:sldMk cId="1421541426" sldId="341"/>
            <ac:spMk id="17509" creationId="{00000000-0000-0000-0000-000000000000}"/>
          </ac:spMkLst>
        </pc:spChg>
        <pc:spChg chg="mod">
          <ac:chgData name="Dan Suciu" userId="10bb65c167223f43" providerId="LiveId" clId="{8A142E6A-A1DC-4B8F-9ED6-68489F3FD0F8}" dt="2021-04-12T12:18:21.219" v="168" actId="1037"/>
          <ac:spMkLst>
            <pc:docMk/>
            <pc:sldMk cId="1421541426" sldId="341"/>
            <ac:spMk id="17510" creationId="{00000000-0000-0000-0000-000000000000}"/>
          </ac:spMkLst>
        </pc:spChg>
        <pc:spChg chg="mod">
          <ac:chgData name="Dan Suciu" userId="10bb65c167223f43" providerId="LiveId" clId="{8A142E6A-A1DC-4B8F-9ED6-68489F3FD0F8}" dt="2021-04-12T12:18:21.219" v="168" actId="1037"/>
          <ac:spMkLst>
            <pc:docMk/>
            <pc:sldMk cId="1421541426" sldId="341"/>
            <ac:spMk id="17511" creationId="{00000000-0000-0000-0000-000000000000}"/>
          </ac:spMkLst>
        </pc:spChg>
        <pc:spChg chg="mod">
          <ac:chgData name="Dan Suciu" userId="10bb65c167223f43" providerId="LiveId" clId="{8A142E6A-A1DC-4B8F-9ED6-68489F3FD0F8}" dt="2021-04-12T12:18:21.219" v="168" actId="1037"/>
          <ac:spMkLst>
            <pc:docMk/>
            <pc:sldMk cId="1421541426" sldId="341"/>
            <ac:spMk id="17512" creationId="{00000000-0000-0000-0000-000000000000}"/>
          </ac:spMkLst>
        </pc:spChg>
        <pc:spChg chg="mod">
          <ac:chgData name="Dan Suciu" userId="10bb65c167223f43" providerId="LiveId" clId="{8A142E6A-A1DC-4B8F-9ED6-68489F3FD0F8}" dt="2021-04-12T12:18:21.219" v="168" actId="1037"/>
          <ac:spMkLst>
            <pc:docMk/>
            <pc:sldMk cId="1421541426" sldId="341"/>
            <ac:spMk id="17513" creationId="{00000000-0000-0000-0000-000000000000}"/>
          </ac:spMkLst>
        </pc:spChg>
        <pc:spChg chg="mod">
          <ac:chgData name="Dan Suciu" userId="10bb65c167223f43" providerId="LiveId" clId="{8A142E6A-A1DC-4B8F-9ED6-68489F3FD0F8}" dt="2021-04-12T12:18:21.219" v="168" actId="1037"/>
          <ac:spMkLst>
            <pc:docMk/>
            <pc:sldMk cId="1421541426" sldId="341"/>
            <ac:spMk id="17514" creationId="{00000000-0000-0000-0000-000000000000}"/>
          </ac:spMkLst>
        </pc:spChg>
        <pc:spChg chg="mod">
          <ac:chgData name="Dan Suciu" userId="10bb65c167223f43" providerId="LiveId" clId="{8A142E6A-A1DC-4B8F-9ED6-68489F3FD0F8}" dt="2021-04-12T12:18:21.219" v="168" actId="1037"/>
          <ac:spMkLst>
            <pc:docMk/>
            <pc:sldMk cId="1421541426" sldId="341"/>
            <ac:spMk id="17515" creationId="{00000000-0000-0000-0000-000000000000}"/>
          </ac:spMkLst>
        </pc:spChg>
        <pc:spChg chg="mod">
          <ac:chgData name="Dan Suciu" userId="10bb65c167223f43" providerId="LiveId" clId="{8A142E6A-A1DC-4B8F-9ED6-68489F3FD0F8}" dt="2021-04-12T12:18:21.219" v="168" actId="1037"/>
          <ac:spMkLst>
            <pc:docMk/>
            <pc:sldMk cId="1421541426" sldId="341"/>
            <ac:spMk id="17516" creationId="{00000000-0000-0000-0000-000000000000}"/>
          </ac:spMkLst>
        </pc:spChg>
        <pc:spChg chg="mod">
          <ac:chgData name="Dan Suciu" userId="10bb65c167223f43" providerId="LiveId" clId="{8A142E6A-A1DC-4B8F-9ED6-68489F3FD0F8}" dt="2021-04-12T12:18:21.219" v="168" actId="1037"/>
          <ac:spMkLst>
            <pc:docMk/>
            <pc:sldMk cId="1421541426" sldId="341"/>
            <ac:spMk id="17517" creationId="{00000000-0000-0000-0000-000000000000}"/>
          </ac:spMkLst>
        </pc:spChg>
        <pc:spChg chg="mod">
          <ac:chgData name="Dan Suciu" userId="10bb65c167223f43" providerId="LiveId" clId="{8A142E6A-A1DC-4B8F-9ED6-68489F3FD0F8}" dt="2021-04-12T12:18:21.219" v="168" actId="1037"/>
          <ac:spMkLst>
            <pc:docMk/>
            <pc:sldMk cId="1421541426" sldId="341"/>
            <ac:spMk id="17518" creationId="{00000000-0000-0000-0000-000000000000}"/>
          </ac:spMkLst>
        </pc:spChg>
        <pc:spChg chg="mod">
          <ac:chgData name="Dan Suciu" userId="10bb65c167223f43" providerId="LiveId" clId="{8A142E6A-A1DC-4B8F-9ED6-68489F3FD0F8}" dt="2021-04-12T12:18:21.219" v="168" actId="1037"/>
          <ac:spMkLst>
            <pc:docMk/>
            <pc:sldMk cId="1421541426" sldId="341"/>
            <ac:spMk id="17519" creationId="{00000000-0000-0000-0000-000000000000}"/>
          </ac:spMkLst>
        </pc:spChg>
        <pc:spChg chg="mod">
          <ac:chgData name="Dan Suciu" userId="10bb65c167223f43" providerId="LiveId" clId="{8A142E6A-A1DC-4B8F-9ED6-68489F3FD0F8}" dt="2021-04-12T12:18:21.219" v="168" actId="1037"/>
          <ac:spMkLst>
            <pc:docMk/>
            <pc:sldMk cId="1421541426" sldId="341"/>
            <ac:spMk id="17520" creationId="{00000000-0000-0000-0000-000000000000}"/>
          </ac:spMkLst>
        </pc:spChg>
        <pc:spChg chg="mod">
          <ac:chgData name="Dan Suciu" userId="10bb65c167223f43" providerId="LiveId" clId="{8A142E6A-A1DC-4B8F-9ED6-68489F3FD0F8}" dt="2021-04-12T12:18:21.219" v="168" actId="1037"/>
          <ac:spMkLst>
            <pc:docMk/>
            <pc:sldMk cId="1421541426" sldId="341"/>
            <ac:spMk id="17521" creationId="{00000000-0000-0000-0000-000000000000}"/>
          </ac:spMkLst>
        </pc:spChg>
        <pc:spChg chg="mod">
          <ac:chgData name="Dan Suciu" userId="10bb65c167223f43" providerId="LiveId" clId="{8A142E6A-A1DC-4B8F-9ED6-68489F3FD0F8}" dt="2021-04-12T12:18:21.219" v="168" actId="1037"/>
          <ac:spMkLst>
            <pc:docMk/>
            <pc:sldMk cId="1421541426" sldId="341"/>
            <ac:spMk id="17522" creationId="{00000000-0000-0000-0000-000000000000}"/>
          </ac:spMkLst>
        </pc:spChg>
        <pc:grpChg chg="mod">
          <ac:chgData name="Dan Suciu" userId="10bb65c167223f43" providerId="LiveId" clId="{8A142E6A-A1DC-4B8F-9ED6-68489F3FD0F8}" dt="2021-04-12T12:18:21.219" v="168" actId="1037"/>
          <ac:grpSpMkLst>
            <pc:docMk/>
            <pc:sldMk cId="1421541426" sldId="341"/>
            <ac:grpSpMk id="17414" creationId="{00000000-0000-0000-0000-000000000000}"/>
          </ac:grpSpMkLst>
        </pc:grpChg>
        <pc:grpChg chg="mod">
          <ac:chgData name="Dan Suciu" userId="10bb65c167223f43" providerId="LiveId" clId="{8A142E6A-A1DC-4B8F-9ED6-68489F3FD0F8}" dt="2021-04-12T12:18:21.219" v="168" actId="1037"/>
          <ac:grpSpMkLst>
            <pc:docMk/>
            <pc:sldMk cId="1421541426" sldId="341"/>
            <ac:grpSpMk id="17415" creationId="{00000000-0000-0000-0000-000000000000}"/>
          </ac:grpSpMkLst>
        </pc:grpChg>
        <pc:grpChg chg="mod">
          <ac:chgData name="Dan Suciu" userId="10bb65c167223f43" providerId="LiveId" clId="{8A142E6A-A1DC-4B8F-9ED6-68489F3FD0F8}" dt="2021-04-12T12:18:21.219" v="168" actId="1037"/>
          <ac:grpSpMkLst>
            <pc:docMk/>
            <pc:sldMk cId="1421541426" sldId="341"/>
            <ac:grpSpMk id="17427" creationId="{00000000-0000-0000-0000-000000000000}"/>
          </ac:grpSpMkLst>
        </pc:grpChg>
        <pc:grpChg chg="mod">
          <ac:chgData name="Dan Suciu" userId="10bb65c167223f43" providerId="LiveId" clId="{8A142E6A-A1DC-4B8F-9ED6-68489F3FD0F8}" dt="2021-04-12T12:18:21.219" v="168" actId="1037"/>
          <ac:grpSpMkLst>
            <pc:docMk/>
            <pc:sldMk cId="1421541426" sldId="341"/>
            <ac:grpSpMk id="17445" creationId="{00000000-0000-0000-0000-000000000000}"/>
          </ac:grpSpMkLst>
        </pc:grpChg>
        <pc:grpChg chg="mod">
          <ac:chgData name="Dan Suciu" userId="10bb65c167223f43" providerId="LiveId" clId="{8A142E6A-A1DC-4B8F-9ED6-68489F3FD0F8}" dt="2021-04-12T12:18:21.219" v="168" actId="1037"/>
          <ac:grpSpMkLst>
            <pc:docMk/>
            <pc:sldMk cId="1421541426" sldId="341"/>
            <ac:grpSpMk id="17450" creationId="{00000000-0000-0000-0000-000000000000}"/>
          </ac:grpSpMkLst>
        </pc:grpChg>
        <pc:grpChg chg="mod">
          <ac:chgData name="Dan Suciu" userId="10bb65c167223f43" providerId="LiveId" clId="{8A142E6A-A1DC-4B8F-9ED6-68489F3FD0F8}" dt="2021-04-12T12:18:21.219" v="168" actId="1037"/>
          <ac:grpSpMkLst>
            <pc:docMk/>
            <pc:sldMk cId="1421541426" sldId="341"/>
            <ac:grpSpMk id="17493" creationId="{00000000-0000-0000-0000-000000000000}"/>
          </ac:grpSpMkLst>
        </pc:grpChg>
        <pc:grpChg chg="mod">
          <ac:chgData name="Dan Suciu" userId="10bb65c167223f43" providerId="LiveId" clId="{8A142E6A-A1DC-4B8F-9ED6-68489F3FD0F8}" dt="2021-04-12T12:18:21.219" v="168" actId="1037"/>
          <ac:grpSpMkLst>
            <pc:docMk/>
            <pc:sldMk cId="1421541426" sldId="341"/>
            <ac:grpSpMk id="17503" creationId="{00000000-0000-0000-0000-000000000000}"/>
          </ac:grpSpMkLst>
        </pc:grpChg>
        <pc:grpChg chg="mod">
          <ac:chgData name="Dan Suciu" userId="10bb65c167223f43" providerId="LiveId" clId="{8A142E6A-A1DC-4B8F-9ED6-68489F3FD0F8}" dt="2021-04-12T12:18:21.219" v="168" actId="1037"/>
          <ac:grpSpMkLst>
            <pc:docMk/>
            <pc:sldMk cId="1421541426" sldId="341"/>
            <ac:grpSpMk id="17504" creationId="{00000000-0000-0000-0000-000000000000}"/>
          </ac:grpSpMkLst>
        </pc:grpChg>
      </pc:sldChg>
      <pc:sldChg chg="modSp mod">
        <pc:chgData name="Dan Suciu" userId="10bb65c167223f43" providerId="LiveId" clId="{8A142E6A-A1DC-4B8F-9ED6-68489F3FD0F8}" dt="2021-04-12T12:18:44.532" v="188" actId="1037"/>
        <pc:sldMkLst>
          <pc:docMk/>
          <pc:sldMk cId="3763523164" sldId="342"/>
        </pc:sldMkLst>
        <pc:spChg chg="mod">
          <ac:chgData name="Dan Suciu" userId="10bb65c167223f43" providerId="LiveId" clId="{8A142E6A-A1DC-4B8F-9ED6-68489F3FD0F8}" dt="2021-04-12T12:18:29.283" v="170" actId="14100"/>
          <ac:spMkLst>
            <pc:docMk/>
            <pc:sldMk cId="3763523164" sldId="342"/>
            <ac:spMk id="18435" creationId="{00000000-0000-0000-0000-000000000000}"/>
          </ac:spMkLst>
        </pc:spChg>
        <pc:spChg chg="mod">
          <ac:chgData name="Dan Suciu" userId="10bb65c167223f43" providerId="LiveId" clId="{8A142E6A-A1DC-4B8F-9ED6-68489F3FD0F8}" dt="2021-04-12T12:18:44.532" v="188" actId="1037"/>
          <ac:spMkLst>
            <pc:docMk/>
            <pc:sldMk cId="3763523164" sldId="342"/>
            <ac:spMk id="18436" creationId="{00000000-0000-0000-0000-000000000000}"/>
          </ac:spMkLst>
        </pc:spChg>
        <pc:spChg chg="mod">
          <ac:chgData name="Dan Suciu" userId="10bb65c167223f43" providerId="LiveId" clId="{8A142E6A-A1DC-4B8F-9ED6-68489F3FD0F8}" dt="2021-04-12T12:18:44.532" v="188" actId="1037"/>
          <ac:spMkLst>
            <pc:docMk/>
            <pc:sldMk cId="3763523164" sldId="342"/>
            <ac:spMk id="18438" creationId="{00000000-0000-0000-0000-000000000000}"/>
          </ac:spMkLst>
        </pc:spChg>
        <pc:spChg chg="mod">
          <ac:chgData name="Dan Suciu" userId="10bb65c167223f43" providerId="LiveId" clId="{8A142E6A-A1DC-4B8F-9ED6-68489F3FD0F8}" dt="2021-04-12T12:18:44.532" v="188" actId="1037"/>
          <ac:spMkLst>
            <pc:docMk/>
            <pc:sldMk cId="3763523164" sldId="342"/>
            <ac:spMk id="18439" creationId="{00000000-0000-0000-0000-000000000000}"/>
          </ac:spMkLst>
        </pc:spChg>
        <pc:spChg chg="mod">
          <ac:chgData name="Dan Suciu" userId="10bb65c167223f43" providerId="LiveId" clId="{8A142E6A-A1DC-4B8F-9ED6-68489F3FD0F8}" dt="2021-04-12T12:18:44.532" v="188" actId="1037"/>
          <ac:spMkLst>
            <pc:docMk/>
            <pc:sldMk cId="3763523164" sldId="342"/>
            <ac:spMk id="18440" creationId="{00000000-0000-0000-0000-000000000000}"/>
          </ac:spMkLst>
        </pc:spChg>
        <pc:grpChg chg="mod">
          <ac:chgData name="Dan Suciu" userId="10bb65c167223f43" providerId="LiveId" clId="{8A142E6A-A1DC-4B8F-9ED6-68489F3FD0F8}" dt="2021-04-12T12:18:44.532" v="188" actId="1037"/>
          <ac:grpSpMkLst>
            <pc:docMk/>
            <pc:sldMk cId="3763523164" sldId="342"/>
            <ac:grpSpMk id="18437" creationId="{00000000-0000-0000-0000-000000000000}"/>
          </ac:grpSpMkLst>
        </pc:grpChg>
      </pc:sldChg>
      <pc:sldChg chg="modSp mod">
        <pc:chgData name="Dan Suciu" userId="10bb65c167223f43" providerId="LiveId" clId="{8A142E6A-A1DC-4B8F-9ED6-68489F3FD0F8}" dt="2021-04-12T12:42:29.081" v="204" actId="1076"/>
        <pc:sldMkLst>
          <pc:docMk/>
          <pc:sldMk cId="3340233385" sldId="343"/>
        </pc:sldMkLst>
        <pc:spChg chg="mod">
          <ac:chgData name="Dan Suciu" userId="10bb65c167223f43" providerId="LiveId" clId="{8A142E6A-A1DC-4B8F-9ED6-68489F3FD0F8}" dt="2021-04-12T12:19:21.195" v="201" actId="14100"/>
          <ac:spMkLst>
            <pc:docMk/>
            <pc:sldMk cId="3340233385" sldId="343"/>
            <ac:spMk id="19459" creationId="{00000000-0000-0000-0000-000000000000}"/>
          </ac:spMkLst>
        </pc:spChg>
        <pc:spChg chg="mod">
          <ac:chgData name="Dan Suciu" userId="10bb65c167223f43" providerId="LiveId" clId="{8A142E6A-A1DC-4B8F-9ED6-68489F3FD0F8}" dt="2021-04-12T12:42:29.081" v="204" actId="1076"/>
          <ac:spMkLst>
            <pc:docMk/>
            <pc:sldMk cId="3340233385" sldId="343"/>
            <ac:spMk id="19460" creationId="{00000000-0000-0000-0000-000000000000}"/>
          </ac:spMkLst>
        </pc:spChg>
      </pc:sldChg>
      <pc:sldChg chg="addSp delSp modSp add mod">
        <pc:chgData name="Dan Suciu" userId="10bb65c167223f43" providerId="LiveId" clId="{8A142E6A-A1DC-4B8F-9ED6-68489F3FD0F8}" dt="2021-04-12T12:14:36.360" v="69" actId="5793"/>
        <pc:sldMkLst>
          <pc:docMk/>
          <pc:sldMk cId="382686992" sldId="344"/>
        </pc:sldMkLst>
        <pc:spChg chg="add del mod">
          <ac:chgData name="Dan Suciu" userId="10bb65c167223f43" providerId="LiveId" clId="{8A142E6A-A1DC-4B8F-9ED6-68489F3FD0F8}" dt="2021-04-12T12:13:31.529" v="64" actId="478"/>
          <ac:spMkLst>
            <pc:docMk/>
            <pc:sldMk cId="382686992" sldId="344"/>
            <ac:spMk id="2" creationId="{2DA6336E-4018-401F-963E-A07A61C5155D}"/>
          </ac:spMkLst>
        </pc:spChg>
        <pc:spChg chg="add mod">
          <ac:chgData name="Dan Suciu" userId="10bb65c167223f43" providerId="LiveId" clId="{8A142E6A-A1DC-4B8F-9ED6-68489F3FD0F8}" dt="2021-04-12T12:14:36.360" v="69" actId="5793"/>
          <ac:spMkLst>
            <pc:docMk/>
            <pc:sldMk cId="382686992" sldId="344"/>
            <ac:spMk id="6" creationId="{12BF0144-818B-40A3-B36D-1B83B81CF52F}"/>
          </ac:spMkLst>
        </pc:spChg>
        <pc:spChg chg="del">
          <ac:chgData name="Dan Suciu" userId="10bb65c167223f43" providerId="LiveId" clId="{8A142E6A-A1DC-4B8F-9ED6-68489F3FD0F8}" dt="2021-04-12T12:13:27.220" v="63" actId="478"/>
          <ac:spMkLst>
            <pc:docMk/>
            <pc:sldMk cId="382686992" sldId="344"/>
            <ac:spMk id="7172" creationId="{00000000-0000-0000-0000-000000000000}"/>
          </ac:spMkLst>
        </pc:spChg>
      </pc:sldChg>
      <pc:sldChg chg="addSp delSp modSp add mod">
        <pc:chgData name="Dan Suciu" userId="10bb65c167223f43" providerId="LiveId" clId="{8A142E6A-A1DC-4B8F-9ED6-68489F3FD0F8}" dt="2021-04-12T12:14:56.921" v="75" actId="20577"/>
        <pc:sldMkLst>
          <pc:docMk/>
          <pc:sldMk cId="3656076493" sldId="345"/>
        </pc:sldMkLst>
        <pc:spChg chg="add del mod">
          <ac:chgData name="Dan Suciu" userId="10bb65c167223f43" providerId="LiveId" clId="{8A142E6A-A1DC-4B8F-9ED6-68489F3FD0F8}" dt="2021-04-12T12:13:46.418" v="66" actId="478"/>
          <ac:spMkLst>
            <pc:docMk/>
            <pc:sldMk cId="3656076493" sldId="345"/>
            <ac:spMk id="2" creationId="{67CE9A36-D63B-4BC2-96E4-E9F3F546EA90}"/>
          </ac:spMkLst>
        </pc:spChg>
        <pc:spChg chg="add mod">
          <ac:chgData name="Dan Suciu" userId="10bb65c167223f43" providerId="LiveId" clId="{8A142E6A-A1DC-4B8F-9ED6-68489F3FD0F8}" dt="2021-04-12T12:14:56.921" v="75" actId="20577"/>
          <ac:spMkLst>
            <pc:docMk/>
            <pc:sldMk cId="3656076493" sldId="345"/>
            <ac:spMk id="6" creationId="{1F4D8CAC-8F01-45CE-A151-EE343034DB88}"/>
          </ac:spMkLst>
        </pc:spChg>
        <pc:spChg chg="del">
          <ac:chgData name="Dan Suciu" userId="10bb65c167223f43" providerId="LiveId" clId="{8A142E6A-A1DC-4B8F-9ED6-68489F3FD0F8}" dt="2021-04-12T12:13:43.782" v="65" actId="478"/>
          <ac:spMkLst>
            <pc:docMk/>
            <pc:sldMk cId="3656076493" sldId="345"/>
            <ac:spMk id="7172" creationId="{00000000-0000-0000-0000-000000000000}"/>
          </ac:spMkLst>
        </pc:spChg>
      </pc:sldChg>
      <pc:sldMasterChg chg="modSp modSldLayout">
        <pc:chgData name="Dan Suciu" userId="10bb65c167223f43" providerId="LiveId" clId="{8A142E6A-A1DC-4B8F-9ED6-68489F3FD0F8}" dt="2021-04-12T11:50:16.647" v="0"/>
        <pc:sldMasterMkLst>
          <pc:docMk/>
          <pc:sldMasterMk cId="0" sldId="2147483651"/>
        </pc:sldMasterMkLst>
        <pc:spChg chg="mod">
          <ac:chgData name="Dan Suciu" userId="10bb65c167223f43" providerId="LiveId" clId="{8A142E6A-A1DC-4B8F-9ED6-68489F3FD0F8}" dt="2021-04-12T11:50:16.647" v="0"/>
          <ac:spMkLst>
            <pc:docMk/>
            <pc:sldMasterMk cId="0" sldId="2147483651"/>
            <ac:spMk id="1027" creationId="{00000000-0000-0000-0000-000000000000}"/>
          </ac:spMkLst>
        </pc:spChg>
        <pc:spChg chg="mod">
          <ac:chgData name="Dan Suciu" userId="10bb65c167223f43" providerId="LiveId" clId="{8A142E6A-A1DC-4B8F-9ED6-68489F3FD0F8}" dt="2021-04-12T11:50:16.647" v="0"/>
          <ac:spMkLst>
            <pc:docMk/>
            <pc:sldMasterMk cId="0" sldId="2147483651"/>
            <ac:spMk id="1028" creationId="{00000000-0000-0000-0000-000000000000}"/>
          </ac:spMkLst>
        </pc:spChg>
        <pc:sldLayoutChg chg="modSp">
          <pc:chgData name="Dan Suciu" userId="10bb65c167223f43" providerId="LiveId" clId="{8A142E6A-A1DC-4B8F-9ED6-68489F3FD0F8}" dt="2021-04-12T11:50:16.647" v="0"/>
          <pc:sldLayoutMkLst>
            <pc:docMk/>
            <pc:sldMasterMk cId="0" sldId="2147483651"/>
            <pc:sldLayoutMk cId="1224938505" sldId="2147483746"/>
          </pc:sldLayoutMkLst>
          <pc:spChg chg="mod">
            <ac:chgData name="Dan Suciu" userId="10bb65c167223f43" providerId="LiveId" clId="{8A142E6A-A1DC-4B8F-9ED6-68489F3FD0F8}" dt="2021-04-12T11:50:16.647" v="0"/>
            <ac:spMkLst>
              <pc:docMk/>
              <pc:sldMasterMk cId="0" sldId="2147483651"/>
              <pc:sldLayoutMk cId="1224938505" sldId="2147483746"/>
              <ac:spMk id="54339" creationId="{00000000-0000-0000-0000-000000000000}"/>
            </ac:spMkLst>
          </pc:spChg>
        </pc:sldLayoutChg>
      </pc:sldMasterChg>
    </pc:docChg>
  </pc:docChgLst>
  <pc:docChgLst>
    <pc:chgData name="Dan Suciu" userId="10bb65c167223f43" providerId="LiveId" clId="{FE1D4645-75CE-49E3-9333-5BFD08B1A963}"/>
    <pc:docChg chg="modSld">
      <pc:chgData name="Dan Suciu" userId="10bb65c167223f43" providerId="LiveId" clId="{FE1D4645-75CE-49E3-9333-5BFD08B1A963}" dt="2023-04-29T09:54:59.878" v="160" actId="20577"/>
      <pc:docMkLst>
        <pc:docMk/>
      </pc:docMkLst>
      <pc:sldChg chg="modSp">
        <pc:chgData name="Dan Suciu" userId="10bb65c167223f43" providerId="LiveId" clId="{FE1D4645-75CE-49E3-9333-5BFD08B1A963}" dt="2023-04-26T20:52:12.737" v="0" actId="14100"/>
        <pc:sldMkLst>
          <pc:docMk/>
          <pc:sldMk cId="0" sldId="265"/>
        </pc:sldMkLst>
        <pc:spChg chg="mod">
          <ac:chgData name="Dan Suciu" userId="10bb65c167223f43" providerId="LiveId" clId="{FE1D4645-75CE-49E3-9333-5BFD08B1A963}" dt="2023-04-26T20:52:12.737" v="0" actId="14100"/>
          <ac:spMkLst>
            <pc:docMk/>
            <pc:sldMk cId="0" sldId="265"/>
            <ac:spMk id="4100" creationId="{00000000-0000-0000-0000-000000000000}"/>
          </ac:spMkLst>
        </pc:spChg>
      </pc:sldChg>
      <pc:sldChg chg="modSp mod">
        <pc:chgData name="Dan Suciu" userId="10bb65c167223f43" providerId="LiveId" clId="{FE1D4645-75CE-49E3-9333-5BFD08B1A963}" dt="2023-04-29T09:54:59.878" v="160" actId="20577"/>
        <pc:sldMkLst>
          <pc:docMk/>
          <pc:sldMk cId="3782693087" sldId="266"/>
        </pc:sldMkLst>
        <pc:spChg chg="mod">
          <ac:chgData name="Dan Suciu" userId="10bb65c167223f43" providerId="LiveId" clId="{FE1D4645-75CE-49E3-9333-5BFD08B1A963}" dt="2023-04-29T09:54:59.878" v="160" actId="20577"/>
          <ac:spMkLst>
            <pc:docMk/>
            <pc:sldMk cId="3782693087" sldId="266"/>
            <ac:spMk id="12" creationId="{84FEBB7C-E1C8-4DAD-8087-87548D9D335E}"/>
          </ac:spMkLst>
        </pc:spChg>
      </pc:sldChg>
      <pc:sldChg chg="modSp">
        <pc:chgData name="Dan Suciu" userId="10bb65c167223f43" providerId="LiveId" clId="{FE1D4645-75CE-49E3-9333-5BFD08B1A963}" dt="2023-04-26T20:53:22.323" v="39" actId="1035"/>
        <pc:sldMkLst>
          <pc:docMk/>
          <pc:sldMk cId="0" sldId="268"/>
        </pc:sldMkLst>
        <pc:spChg chg="mod">
          <ac:chgData name="Dan Suciu" userId="10bb65c167223f43" providerId="LiveId" clId="{FE1D4645-75CE-49E3-9333-5BFD08B1A963}" dt="2023-04-26T20:53:22.323" v="39" actId="1035"/>
          <ac:spMkLst>
            <pc:docMk/>
            <pc:sldMk cId="0" sldId="268"/>
            <ac:spMk id="7172" creationId="{00000000-0000-0000-0000-000000000000}"/>
          </ac:spMkLst>
        </pc:spChg>
        <pc:spChg chg="mod">
          <ac:chgData name="Dan Suciu" userId="10bb65c167223f43" providerId="LiveId" clId="{FE1D4645-75CE-49E3-9333-5BFD08B1A963}" dt="2023-04-26T20:53:22.323" v="39" actId="1035"/>
          <ac:spMkLst>
            <pc:docMk/>
            <pc:sldMk cId="0" sldId="268"/>
            <ac:spMk id="7173" creationId="{00000000-0000-0000-0000-000000000000}"/>
          </ac:spMkLst>
        </pc:spChg>
      </pc:sldChg>
      <pc:sldChg chg="modSp modAnim">
        <pc:chgData name="Dan Suciu" userId="10bb65c167223f43" providerId="LiveId" clId="{FE1D4645-75CE-49E3-9333-5BFD08B1A963}" dt="2023-04-26T20:53:48.504" v="41" actId="6549"/>
        <pc:sldMkLst>
          <pc:docMk/>
          <pc:sldMk cId="0" sldId="269"/>
        </pc:sldMkLst>
        <pc:spChg chg="mod">
          <ac:chgData name="Dan Suciu" userId="10bb65c167223f43" providerId="LiveId" clId="{FE1D4645-75CE-49E3-9333-5BFD08B1A963}" dt="2023-04-26T20:53:48.504" v="41" actId="6549"/>
          <ac:spMkLst>
            <pc:docMk/>
            <pc:sldMk cId="0" sldId="269"/>
            <ac:spMk id="9220" creationId="{00000000-0000-0000-0000-000000000000}"/>
          </ac:spMkLst>
        </pc:spChg>
      </pc:sldChg>
      <pc:sldChg chg="modSp">
        <pc:chgData name="Dan Suciu" userId="10bb65c167223f43" providerId="LiveId" clId="{FE1D4645-75CE-49E3-9333-5BFD08B1A963}" dt="2023-04-26T20:54:38.919" v="49" actId="14100"/>
        <pc:sldMkLst>
          <pc:docMk/>
          <pc:sldMk cId="0" sldId="270"/>
        </pc:sldMkLst>
        <pc:spChg chg="mod">
          <ac:chgData name="Dan Suciu" userId="10bb65c167223f43" providerId="LiveId" clId="{FE1D4645-75CE-49E3-9333-5BFD08B1A963}" dt="2023-04-26T20:54:38.919" v="49" actId="14100"/>
          <ac:spMkLst>
            <pc:docMk/>
            <pc:sldMk cId="0" sldId="270"/>
            <ac:spMk id="12292" creationId="{00000000-0000-0000-0000-000000000000}"/>
          </ac:spMkLst>
        </pc:spChg>
      </pc:sldChg>
      <pc:sldChg chg="modSp">
        <pc:chgData name="Dan Suciu" userId="10bb65c167223f43" providerId="LiveId" clId="{FE1D4645-75CE-49E3-9333-5BFD08B1A963}" dt="2023-04-26T20:55:07.791" v="64" actId="1036"/>
        <pc:sldMkLst>
          <pc:docMk/>
          <pc:sldMk cId="0" sldId="271"/>
        </pc:sldMkLst>
        <pc:spChg chg="mod">
          <ac:chgData name="Dan Suciu" userId="10bb65c167223f43" providerId="LiveId" clId="{FE1D4645-75CE-49E3-9333-5BFD08B1A963}" dt="2023-04-26T20:55:07.791" v="64" actId="1036"/>
          <ac:spMkLst>
            <pc:docMk/>
            <pc:sldMk cId="0" sldId="271"/>
            <ac:spMk id="13316" creationId="{00000000-0000-0000-0000-000000000000}"/>
          </ac:spMkLst>
        </pc:spChg>
      </pc:sldChg>
      <pc:sldChg chg="modSp">
        <pc:chgData name="Dan Suciu" userId="10bb65c167223f43" providerId="LiveId" clId="{FE1D4645-75CE-49E3-9333-5BFD08B1A963}" dt="2023-04-26T20:55:35.596" v="71" actId="1036"/>
        <pc:sldMkLst>
          <pc:docMk/>
          <pc:sldMk cId="0" sldId="274"/>
        </pc:sldMkLst>
        <pc:spChg chg="mod">
          <ac:chgData name="Dan Suciu" userId="10bb65c167223f43" providerId="LiveId" clId="{FE1D4645-75CE-49E3-9333-5BFD08B1A963}" dt="2023-04-26T20:55:35.596" v="71" actId="1036"/>
          <ac:spMkLst>
            <pc:docMk/>
            <pc:sldMk cId="0" sldId="274"/>
            <ac:spMk id="14340" creationId="{00000000-0000-0000-0000-000000000000}"/>
          </ac:spMkLst>
        </pc:spChg>
      </pc:sldChg>
      <pc:sldChg chg="modSp">
        <pc:chgData name="Dan Suciu" userId="10bb65c167223f43" providerId="LiveId" clId="{FE1D4645-75CE-49E3-9333-5BFD08B1A963}" dt="2023-04-26T20:55:45.192" v="72" actId="14100"/>
        <pc:sldMkLst>
          <pc:docMk/>
          <pc:sldMk cId="0" sldId="275"/>
        </pc:sldMkLst>
        <pc:spChg chg="mod">
          <ac:chgData name="Dan Suciu" userId="10bb65c167223f43" providerId="LiveId" clId="{FE1D4645-75CE-49E3-9333-5BFD08B1A963}" dt="2023-04-26T20:55:45.192" v="72" actId="14100"/>
          <ac:spMkLst>
            <pc:docMk/>
            <pc:sldMk cId="0" sldId="275"/>
            <ac:spMk id="15364" creationId="{00000000-0000-0000-0000-000000000000}"/>
          </ac:spMkLst>
        </pc:spChg>
      </pc:sldChg>
      <pc:sldChg chg="modSp mod">
        <pc:chgData name="Dan Suciu" userId="10bb65c167223f43" providerId="LiveId" clId="{FE1D4645-75CE-49E3-9333-5BFD08B1A963}" dt="2023-04-27T12:22:16.129" v="159" actId="1037"/>
        <pc:sldMkLst>
          <pc:docMk/>
          <pc:sldMk cId="0" sldId="276"/>
        </pc:sldMkLst>
        <pc:spChg chg="mod">
          <ac:chgData name="Dan Suciu" userId="10bb65c167223f43" providerId="LiveId" clId="{FE1D4645-75CE-49E3-9333-5BFD08B1A963}" dt="2023-04-26T20:55:57.188" v="73" actId="14100"/>
          <ac:spMkLst>
            <pc:docMk/>
            <pc:sldMk cId="0" sldId="276"/>
            <ac:spMk id="16388" creationId="{00000000-0000-0000-0000-000000000000}"/>
          </ac:spMkLst>
        </pc:spChg>
        <pc:grpChg chg="mod">
          <ac:chgData name="Dan Suciu" userId="10bb65c167223f43" providerId="LiveId" clId="{FE1D4645-75CE-49E3-9333-5BFD08B1A963}" dt="2023-04-27T12:22:16.129" v="159" actId="1037"/>
          <ac:grpSpMkLst>
            <pc:docMk/>
            <pc:sldMk cId="0" sldId="276"/>
            <ac:grpSpMk id="16389" creationId="{00000000-0000-0000-0000-000000000000}"/>
          </ac:grpSpMkLst>
        </pc:grpChg>
      </pc:sldChg>
      <pc:sldChg chg="modSp">
        <pc:chgData name="Dan Suciu" userId="10bb65c167223f43" providerId="LiveId" clId="{FE1D4645-75CE-49E3-9333-5BFD08B1A963}" dt="2023-04-26T20:52:21.418" v="22" actId="1038"/>
        <pc:sldMkLst>
          <pc:docMk/>
          <pc:sldMk cId="0" sldId="315"/>
        </pc:sldMkLst>
        <pc:spChg chg="mod">
          <ac:chgData name="Dan Suciu" userId="10bb65c167223f43" providerId="LiveId" clId="{FE1D4645-75CE-49E3-9333-5BFD08B1A963}" dt="2023-04-26T20:52:21.418" v="22" actId="1038"/>
          <ac:spMkLst>
            <pc:docMk/>
            <pc:sldMk cId="0" sldId="315"/>
            <ac:spMk id="5124" creationId="{00000000-0000-0000-0000-000000000000}"/>
          </ac:spMkLst>
        </pc:spChg>
      </pc:sldChg>
      <pc:sldChg chg="modSp">
        <pc:chgData name="Dan Suciu" userId="10bb65c167223f43" providerId="LiveId" clId="{FE1D4645-75CE-49E3-9333-5BFD08B1A963}" dt="2023-04-26T20:54:26.114" v="48" actId="6549"/>
        <pc:sldMkLst>
          <pc:docMk/>
          <pc:sldMk cId="0" sldId="323"/>
        </pc:sldMkLst>
        <pc:spChg chg="mod">
          <ac:chgData name="Dan Suciu" userId="10bb65c167223f43" providerId="LiveId" clId="{FE1D4645-75CE-49E3-9333-5BFD08B1A963}" dt="2023-04-26T20:54:26.114" v="48" actId="6549"/>
          <ac:spMkLst>
            <pc:docMk/>
            <pc:sldMk cId="0" sldId="323"/>
            <ac:spMk id="11268" creationId="{00000000-0000-0000-0000-000000000000}"/>
          </ac:spMkLst>
        </pc:spChg>
      </pc:sldChg>
      <pc:sldChg chg="modSp">
        <pc:chgData name="Dan Suciu" userId="10bb65c167223f43" providerId="LiveId" clId="{FE1D4645-75CE-49E3-9333-5BFD08B1A963}" dt="2023-04-26T20:54:02.781" v="46" actId="1036"/>
        <pc:sldMkLst>
          <pc:docMk/>
          <pc:sldMk cId="2337764403" sldId="330"/>
        </pc:sldMkLst>
        <pc:spChg chg="mod">
          <ac:chgData name="Dan Suciu" userId="10bb65c167223f43" providerId="LiveId" clId="{FE1D4645-75CE-49E3-9333-5BFD08B1A963}" dt="2023-04-26T20:54:02.781" v="46" actId="1036"/>
          <ac:spMkLst>
            <pc:docMk/>
            <pc:sldMk cId="2337764403" sldId="330"/>
            <ac:spMk id="9220" creationId="{00000000-0000-0000-0000-000000000000}"/>
          </ac:spMkLst>
        </pc:spChg>
      </pc:sldChg>
      <pc:sldChg chg="modSp">
        <pc:chgData name="Dan Suciu" userId="10bb65c167223f43" providerId="LiveId" clId="{FE1D4645-75CE-49E3-9333-5BFD08B1A963}" dt="2023-04-26T20:52:36.164" v="23" actId="14100"/>
        <pc:sldMkLst>
          <pc:docMk/>
          <pc:sldMk cId="4218237969" sldId="335"/>
        </pc:sldMkLst>
        <pc:spChg chg="mod">
          <ac:chgData name="Dan Suciu" userId="10bb65c167223f43" providerId="LiveId" clId="{FE1D4645-75CE-49E3-9333-5BFD08B1A963}" dt="2023-04-26T20:52:36.164" v="23" actId="14100"/>
          <ac:spMkLst>
            <pc:docMk/>
            <pc:sldMk cId="4218237969" sldId="335"/>
            <ac:spMk id="5124" creationId="{00000000-0000-0000-0000-000000000000}"/>
          </ac:spMkLst>
        </pc:spChg>
      </pc:sldChg>
      <pc:sldChg chg="modSp">
        <pc:chgData name="Dan Suciu" userId="10bb65c167223f43" providerId="LiveId" clId="{FE1D4645-75CE-49E3-9333-5BFD08B1A963}" dt="2023-04-26T20:54:48.304" v="61" actId="1038"/>
        <pc:sldMkLst>
          <pc:docMk/>
          <pc:sldMk cId="499026709" sldId="338"/>
        </pc:sldMkLst>
        <pc:spChg chg="mod">
          <ac:chgData name="Dan Suciu" userId="10bb65c167223f43" providerId="LiveId" clId="{FE1D4645-75CE-49E3-9333-5BFD08B1A963}" dt="2023-04-26T20:54:48.304" v="61" actId="1038"/>
          <ac:spMkLst>
            <pc:docMk/>
            <pc:sldMk cId="499026709" sldId="338"/>
            <ac:spMk id="12292" creationId="{00000000-0000-0000-0000-000000000000}"/>
          </ac:spMkLst>
        </pc:spChg>
      </pc:sldChg>
      <pc:sldChg chg="modSp">
        <pc:chgData name="Dan Suciu" userId="10bb65c167223f43" providerId="LiveId" clId="{FE1D4645-75CE-49E3-9333-5BFD08B1A963}" dt="2023-04-26T20:54:57.595" v="62" actId="14100"/>
        <pc:sldMkLst>
          <pc:docMk/>
          <pc:sldMk cId="1897997873" sldId="339"/>
        </pc:sldMkLst>
        <pc:spChg chg="mod">
          <ac:chgData name="Dan Suciu" userId="10bb65c167223f43" providerId="LiveId" clId="{FE1D4645-75CE-49E3-9333-5BFD08B1A963}" dt="2023-04-26T20:54:57.595" v="62" actId="14100"/>
          <ac:spMkLst>
            <pc:docMk/>
            <pc:sldMk cId="1897997873" sldId="339"/>
            <ac:spMk id="12292" creationId="{00000000-0000-0000-0000-000000000000}"/>
          </ac:spMkLst>
        </pc:spChg>
      </pc:sldChg>
      <pc:sldChg chg="modSp">
        <pc:chgData name="Dan Suciu" userId="10bb65c167223f43" providerId="LiveId" clId="{FE1D4645-75CE-49E3-9333-5BFD08B1A963}" dt="2023-04-26T20:55:20.496" v="65" actId="14100"/>
        <pc:sldMkLst>
          <pc:docMk/>
          <pc:sldMk cId="4261123829" sldId="340"/>
        </pc:sldMkLst>
        <pc:spChg chg="mod">
          <ac:chgData name="Dan Suciu" userId="10bb65c167223f43" providerId="LiveId" clId="{FE1D4645-75CE-49E3-9333-5BFD08B1A963}" dt="2023-04-26T20:55:20.496" v="65" actId="14100"/>
          <ac:spMkLst>
            <pc:docMk/>
            <pc:sldMk cId="4261123829" sldId="340"/>
            <ac:spMk id="13316" creationId="{00000000-0000-0000-0000-000000000000}"/>
          </ac:spMkLst>
        </pc:spChg>
      </pc:sldChg>
      <pc:sldChg chg="modSp">
        <pc:chgData name="Dan Suciu" userId="10bb65c167223f43" providerId="LiveId" clId="{FE1D4645-75CE-49E3-9333-5BFD08B1A963}" dt="2023-04-26T20:56:32.231" v="134" actId="1038"/>
        <pc:sldMkLst>
          <pc:docMk/>
          <pc:sldMk cId="3763523164" sldId="342"/>
        </pc:sldMkLst>
        <pc:spChg chg="mod">
          <ac:chgData name="Dan Suciu" userId="10bb65c167223f43" providerId="LiveId" clId="{FE1D4645-75CE-49E3-9333-5BFD08B1A963}" dt="2023-04-26T20:56:32.231" v="134" actId="1038"/>
          <ac:spMkLst>
            <pc:docMk/>
            <pc:sldMk cId="3763523164" sldId="342"/>
            <ac:spMk id="18435" creationId="{00000000-0000-0000-0000-000000000000}"/>
          </ac:spMkLst>
        </pc:spChg>
        <pc:spChg chg="mod">
          <ac:chgData name="Dan Suciu" userId="10bb65c167223f43" providerId="LiveId" clId="{FE1D4645-75CE-49E3-9333-5BFD08B1A963}" dt="2023-04-26T20:56:26.076" v="120" actId="1037"/>
          <ac:spMkLst>
            <pc:docMk/>
            <pc:sldMk cId="3763523164" sldId="342"/>
            <ac:spMk id="18436" creationId="{00000000-0000-0000-0000-000000000000}"/>
          </ac:spMkLst>
        </pc:spChg>
        <pc:spChg chg="mod">
          <ac:chgData name="Dan Suciu" userId="10bb65c167223f43" providerId="LiveId" clId="{FE1D4645-75CE-49E3-9333-5BFD08B1A963}" dt="2023-04-26T20:56:26.076" v="120" actId="1037"/>
          <ac:spMkLst>
            <pc:docMk/>
            <pc:sldMk cId="3763523164" sldId="342"/>
            <ac:spMk id="18438" creationId="{00000000-0000-0000-0000-000000000000}"/>
          </ac:spMkLst>
        </pc:spChg>
        <pc:spChg chg="mod">
          <ac:chgData name="Dan Suciu" userId="10bb65c167223f43" providerId="LiveId" clId="{FE1D4645-75CE-49E3-9333-5BFD08B1A963}" dt="2023-04-26T20:56:26.076" v="120" actId="1037"/>
          <ac:spMkLst>
            <pc:docMk/>
            <pc:sldMk cId="3763523164" sldId="342"/>
            <ac:spMk id="18439" creationId="{00000000-0000-0000-0000-000000000000}"/>
          </ac:spMkLst>
        </pc:spChg>
        <pc:spChg chg="mod">
          <ac:chgData name="Dan Suciu" userId="10bb65c167223f43" providerId="LiveId" clId="{FE1D4645-75CE-49E3-9333-5BFD08B1A963}" dt="2023-04-26T20:56:26.076" v="120" actId="1037"/>
          <ac:spMkLst>
            <pc:docMk/>
            <pc:sldMk cId="3763523164" sldId="342"/>
            <ac:spMk id="18440" creationId="{00000000-0000-0000-0000-000000000000}"/>
          </ac:spMkLst>
        </pc:spChg>
        <pc:grpChg chg="mod">
          <ac:chgData name="Dan Suciu" userId="10bb65c167223f43" providerId="LiveId" clId="{FE1D4645-75CE-49E3-9333-5BFD08B1A963}" dt="2023-04-26T20:56:26.076" v="120" actId="1037"/>
          <ac:grpSpMkLst>
            <pc:docMk/>
            <pc:sldMk cId="3763523164" sldId="342"/>
            <ac:grpSpMk id="18437" creationId="{00000000-0000-0000-0000-000000000000}"/>
          </ac:grpSpMkLst>
        </pc:grpChg>
      </pc:sldChg>
      <pc:sldChg chg="modSp">
        <pc:chgData name="Dan Suciu" userId="10bb65c167223f43" providerId="LiveId" clId="{FE1D4645-75CE-49E3-9333-5BFD08B1A963}" dt="2023-04-26T20:56:41.874" v="135" actId="14100"/>
        <pc:sldMkLst>
          <pc:docMk/>
          <pc:sldMk cId="3340233385" sldId="343"/>
        </pc:sldMkLst>
        <pc:spChg chg="mod">
          <ac:chgData name="Dan Suciu" userId="10bb65c167223f43" providerId="LiveId" clId="{FE1D4645-75CE-49E3-9333-5BFD08B1A963}" dt="2023-04-26T20:56:41.874" v="135" actId="14100"/>
          <ac:spMkLst>
            <pc:docMk/>
            <pc:sldMk cId="3340233385" sldId="343"/>
            <ac:spMk id="19460" creationId="{00000000-0000-0000-0000-000000000000}"/>
          </ac:spMkLst>
        </pc:spChg>
      </pc:sldChg>
    </pc:docChg>
  </pc:docChgLst>
  <pc:docChgLst>
    <pc:chgData name="Dan Suciu" userId="10bb65c167223f43" providerId="LiveId" clId="{0F74B520-D7A7-40D8-9975-8734711A3A75}"/>
    <pc:docChg chg="undo redo modSld">
      <pc:chgData name="Dan Suciu" userId="10bb65c167223f43" providerId="LiveId" clId="{0F74B520-D7A7-40D8-9975-8734711A3A75}" dt="2019-05-05T17:28:21.641" v="21" actId="20577"/>
      <pc:docMkLst>
        <pc:docMk/>
      </pc:docMkLst>
      <pc:sldChg chg="modSp">
        <pc:chgData name="Dan Suciu" userId="10bb65c167223f43" providerId="LiveId" clId="{0F74B520-D7A7-40D8-9975-8734711A3A75}" dt="2019-05-05T17:09:34.156" v="11" actId="20577"/>
        <pc:sldMkLst>
          <pc:docMk/>
          <pc:sldMk cId="1897997873" sldId="339"/>
        </pc:sldMkLst>
        <pc:spChg chg="mod">
          <ac:chgData name="Dan Suciu" userId="10bb65c167223f43" providerId="LiveId" clId="{0F74B520-D7A7-40D8-9975-8734711A3A75}" dt="2019-05-05T17:09:34.156" v="11" actId="20577"/>
          <ac:spMkLst>
            <pc:docMk/>
            <pc:sldMk cId="1897997873" sldId="339"/>
            <ac:spMk id="12292" creationId="{00000000-0000-0000-0000-000000000000}"/>
          </ac:spMkLst>
        </pc:spChg>
      </pc:sldChg>
      <pc:sldChg chg="modSp">
        <pc:chgData name="Dan Suciu" userId="10bb65c167223f43" providerId="LiveId" clId="{0F74B520-D7A7-40D8-9975-8734711A3A75}" dt="2019-05-05T17:28:21.641" v="21" actId="20577"/>
        <pc:sldMkLst>
          <pc:docMk/>
          <pc:sldMk cId="4261123829" sldId="340"/>
        </pc:sldMkLst>
        <pc:spChg chg="mod">
          <ac:chgData name="Dan Suciu" userId="10bb65c167223f43" providerId="LiveId" clId="{0F74B520-D7A7-40D8-9975-8734711A3A75}" dt="2019-05-05T17:28:21.641" v="21" actId="20577"/>
          <ac:spMkLst>
            <pc:docMk/>
            <pc:sldMk cId="4261123829" sldId="340"/>
            <ac:spMk id="13316" creationId="{00000000-0000-0000-0000-000000000000}"/>
          </ac:spMkLst>
        </pc:spChg>
      </pc:sldChg>
    </pc:docChg>
  </pc:docChgLst>
  <pc:docChgLst>
    <pc:chgData name="Dan Suciu" userId="10bb65c167223f43" providerId="LiveId" clId="{642BDE98-1EBA-4251-A2E7-56BD5AA7D944}"/>
    <pc:docChg chg="modShowInfo">
      <pc:chgData name="Dan Suciu" userId="10bb65c167223f43" providerId="LiveId" clId="{642BDE98-1EBA-4251-A2E7-56BD5AA7D944}" dt="2022-04-11T11:45:29.585" v="0" actId="2744"/>
      <pc:docMkLst>
        <pc:docMk/>
      </pc:docMkLst>
    </pc:docChg>
  </pc:docChgLst>
  <pc:docChgLst>
    <pc:chgData name="Dan Suciu" userId="10bb65c167223f43" providerId="LiveId" clId="{B31BD478-D0E3-4F10-8800-31B16F9CD671}"/>
    <pc:docChg chg="custSel modSld">
      <pc:chgData name="Dan Suciu" userId="10bb65c167223f43" providerId="LiveId" clId="{B31BD478-D0E3-4F10-8800-31B16F9CD671}" dt="2023-11-14T17:05:34.658" v="0" actId="478"/>
      <pc:docMkLst>
        <pc:docMk/>
      </pc:docMkLst>
      <pc:sldChg chg="delSp mod">
        <pc:chgData name="Dan Suciu" userId="10bb65c167223f43" providerId="LiveId" clId="{B31BD478-D0E3-4F10-8800-31B16F9CD671}" dt="2023-11-14T17:05:34.658" v="0" actId="478"/>
        <pc:sldMkLst>
          <pc:docMk/>
          <pc:sldMk cId="3782693087" sldId="266"/>
        </pc:sldMkLst>
        <pc:grpChg chg="del">
          <ac:chgData name="Dan Suciu" userId="10bb65c167223f43" providerId="LiveId" clId="{B31BD478-D0E3-4F10-8800-31B16F9CD671}" dt="2023-11-14T17:05:34.658" v="0" actId="478"/>
          <ac:grpSpMkLst>
            <pc:docMk/>
            <pc:sldMk cId="3782693087" sldId="266"/>
            <ac:grpSpMk id="2" creationId="{EDE8A486-5315-4E09-9A8D-084F303FC1CC}"/>
          </ac:grpSpMkLst>
        </pc:grpChg>
      </pc:sldChg>
    </pc:docChg>
  </pc:docChgLst>
  <pc:docChgLst>
    <pc:chgData name="Dan Suciu" userId="10bb65c167223f43" providerId="LiveId" clId="{D4C15073-6FA0-43AD-BB1C-ECD383CC6C98}"/>
    <pc:docChg chg="modShowInfo">
      <pc:chgData name="Dan Suciu" userId="10bb65c167223f43" providerId="LiveId" clId="{D4C15073-6FA0-43AD-BB1C-ECD383CC6C98}" dt="2020-04-13T07:15:46.720" v="0" actId="2744"/>
      <pc:docMkLst>
        <pc:docMk/>
      </pc:docMkLst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9091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9092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9093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fld id="{D021B819-1BF7-4BF5-96A7-164CEE182DED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745261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6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8067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1508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381000" y="685800"/>
            <a:ext cx="6096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8069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88070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8071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fld id="{5D4F3EC6-1390-476C-9B99-354CADDA4F7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702021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pitchFamily="34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pitchFamily="34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pitchFamily="34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pitchFamily="34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pitchFamily="34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 = n*2B</a:t>
            </a:r>
          </a:p>
          <a:p>
            <a:r>
              <a:rPr lang="en-US" dirty="0"/>
              <a:t>n&lt; B/2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5D4F3EC6-1390-476C-9B99-354CADDA4F71}" type="slidenum">
              <a:rPr lang="en-US" smtClean="0"/>
              <a:pPr>
                <a:defRPr/>
              </a:pPr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310019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339" name="Rectangle 67"/>
          <p:cNvSpPr>
            <a:spLocks noGrp="1" noChangeArrowheads="1"/>
          </p:cNvSpPr>
          <p:nvPr>
            <p:ph type="subTitle" sz="quarter" idx="1"/>
          </p:nvPr>
        </p:nvSpPr>
        <p:spPr>
          <a:xfrm>
            <a:off x="5181601" y="2743201"/>
            <a:ext cx="5916084" cy="3114675"/>
          </a:xfrm>
        </p:spPr>
        <p:txBody>
          <a:bodyPr/>
          <a:lstStyle>
            <a:lvl1pPr marL="0" indent="0">
              <a:buFont typeface="Wingdings" pitchFamily="2" charset="2"/>
              <a:buNone/>
              <a:defRPr/>
            </a:lvl1pPr>
          </a:lstStyle>
          <a:p>
            <a:r>
              <a:rPr lang="en-US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122493850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D36E11-8833-4D20-A6AC-028168ED5D2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0E32C17-70C2-4B42-8362-5BC277B8EF5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7805031-880F-4428-A3CC-887024375A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ABF56A-1CFE-4786-B7AC-70B02FDA6E56}" type="datetimeFigureOut">
              <a:rPr lang="en-GB" smtClean="0"/>
              <a:t>14/11/2023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339E7E-064B-4F99-BAB3-C1A40EE5BE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88B9459-80B0-4F40-9FE1-8BA302FA66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301D35-145A-4EED-B262-B048E8B8A25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146632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65EDE7-DCF4-4A3B-BA78-4E1B3BD9B9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1BFA03-7025-48D7-BCD2-A738749265E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46CF087-1995-4961-8301-64C7784D30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ABF56A-1CFE-4786-B7AC-70B02FDA6E56}" type="datetimeFigureOut">
              <a:rPr lang="en-GB" smtClean="0"/>
              <a:t>14/11/2023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30CB9A4-53A6-443E-BDFF-5B5E923802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48F7DBD-95B4-4524-8694-5130FBC785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301D35-145A-4EED-B262-B048E8B8A25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5274564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FECCFE-3906-49E3-B7E6-1846BCF55E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51986BA-DDC1-4FC0-8669-BF3CA20EEDE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422125-9073-4318-9270-33A5F136C9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ABF56A-1CFE-4786-B7AC-70B02FDA6E56}" type="datetimeFigureOut">
              <a:rPr lang="en-GB" smtClean="0"/>
              <a:t>14/11/2023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50DDB12-B6FF-4AE6-9541-6F67585E7F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DE596AE-0D87-4FA0-9820-EBB3D5C689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301D35-145A-4EED-B262-B048E8B8A25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5808158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7DECE2-FF57-4DD8-95AE-8AD38F781B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00CFB6-8C93-4276-A4DE-A8A25F387B3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DB69046-8A73-4249-AC69-3015F3A0E02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25AC89D-FFBD-46F1-939C-C1FAAC2C6D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ABF56A-1CFE-4786-B7AC-70B02FDA6E56}" type="datetimeFigureOut">
              <a:rPr lang="en-GB" smtClean="0"/>
              <a:t>14/11/2023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B7CC363-5E54-4826-A9FB-227503E337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39BF2BF-FE2F-4EDA-B15D-B73886C7FE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301D35-145A-4EED-B262-B048E8B8A25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8558994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16098A-164A-45B4-8F0B-CA28A555D6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86521CD-261C-4EA3-96D9-D52A9DCEBB4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029D499-7A2B-444B-B055-ACF441D1C84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49E9E5A-95A3-4DE5-B193-7D9DEFBAF3E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3FB3C6B-1DE6-43D0-9F4D-3D64C4263CF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1CF8348-6AC6-42B7-B289-D5EEBB20F5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ABF56A-1CFE-4786-B7AC-70B02FDA6E56}" type="datetimeFigureOut">
              <a:rPr lang="en-GB" smtClean="0"/>
              <a:t>14/11/2023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0D15690-510F-4916-B4F1-9B0973CA85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FE66726-B856-45E9-B189-F9E67689EF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301D35-145A-4EED-B262-B048E8B8A25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494086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6D3AF9-81B6-46AD-80FF-04416E5E48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C1A61AA-5BD7-47CC-9BC3-AE12FBD0DA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ABF56A-1CFE-4786-B7AC-70B02FDA6E56}" type="datetimeFigureOut">
              <a:rPr lang="en-GB" smtClean="0"/>
              <a:t>14/11/2023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B8306B4-3AF6-4146-ADBD-DE23D3A996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F616024-76DB-4B9C-95BE-1373A214EF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301D35-145A-4EED-B262-B048E8B8A25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2856991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41ADA66-207B-4081-952D-443295920C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ABF56A-1CFE-4786-B7AC-70B02FDA6E56}" type="datetimeFigureOut">
              <a:rPr lang="en-GB" smtClean="0"/>
              <a:t>14/11/2023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C56D72E-7B7F-497B-874E-9B1DCF75CC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13C4780-B36A-49E1-B5CD-5AE26E7569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301D35-145A-4EED-B262-B048E8B8A25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8931292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739A5B-F83B-42FA-B185-33D9536552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9E3BC6-8D9D-43CF-A054-9414EC41D06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5154035-081C-4FBE-AA94-758B664CDBD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DB5136C-48C9-4BE2-8343-E785DA24A7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ABF56A-1CFE-4786-B7AC-70B02FDA6E56}" type="datetimeFigureOut">
              <a:rPr lang="en-GB" smtClean="0"/>
              <a:t>14/11/2023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49D04C1-889A-4BC2-821B-857DEA73B1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060022C-7483-40DF-84E1-A3A14405E1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301D35-145A-4EED-B262-B048E8B8A25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3376310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42132E-CB88-473F-82DC-F946C72CD3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0D2A2D0-8410-45FC-B89A-884E311D428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BF3AF36-4D92-4303-A9BC-3B350767D04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E6D23A3-D3DE-4AC8-8AED-15F38B4429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ABF56A-1CFE-4786-B7AC-70B02FDA6E56}" type="datetimeFigureOut">
              <a:rPr lang="en-GB" smtClean="0"/>
              <a:t>14/11/2023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5106685-E202-476D-81F8-B42CDD17B8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D4D594A-9180-4A59-A5E1-4883A44D3E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301D35-145A-4EED-B262-B048E8B8A25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3673421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95C2CA-3139-4BF4-B00F-4704A18C8B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BC27C25-3D92-4861-BAAB-A23F20B0533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3EC1FA5-B35C-47B7-B47C-EEF7FFDF0A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ABF56A-1CFE-4786-B7AC-70B02FDA6E56}" type="datetimeFigureOut">
              <a:rPr lang="en-GB" smtClean="0"/>
              <a:t>14/11/2023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71178D4-686C-4635-A7A9-2600B23884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6E3AF52-C6DC-492E-B7BF-17728DEFF0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301D35-145A-4EED-B262-B048E8B8A25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0106876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5A9F65B-A2E4-4ECC-BB76-78E28020601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72F8270-6DDC-4EE0-A24A-5F06C7AB2FB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0358FE3-2E99-4192-8611-E18D0F8C4B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ABF56A-1CFE-4786-B7AC-70B02FDA6E56}" type="datetimeFigureOut">
              <a:rPr lang="en-GB" smtClean="0"/>
              <a:t>14/11/2023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B5F283A-DD9A-44F2-AD3E-5A778CC058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2CB6EBD-9BB9-4C2B-82C5-94CD1D0B6C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301D35-145A-4EED-B262-B048E8B8A25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7103130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9.xml"/><Relationship Id="rId3" Type="http://schemas.openxmlformats.org/officeDocument/2006/relationships/slideLayout" Target="../slideLayouts/slideLayout4.xml"/><Relationship Id="rId7" Type="http://schemas.openxmlformats.org/officeDocument/2006/relationships/slideLayout" Target="../slideLayouts/slideLayout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3.xml"/><Relationship Id="rId1" Type="http://schemas.openxmlformats.org/officeDocument/2006/relationships/slideLayout" Target="../slideLayouts/slideLayout2.xml"/><Relationship Id="rId6" Type="http://schemas.openxmlformats.org/officeDocument/2006/relationships/slideLayout" Target="../slideLayouts/slideLayout7.xml"/><Relationship Id="rId11" Type="http://schemas.openxmlformats.org/officeDocument/2006/relationships/slideLayout" Target="../slideLayouts/slideLayout12.xml"/><Relationship Id="rId5" Type="http://schemas.openxmlformats.org/officeDocument/2006/relationships/slideLayout" Target="../slideLayouts/slideLayout6.xml"/><Relationship Id="rId10" Type="http://schemas.openxmlformats.org/officeDocument/2006/relationships/slideLayout" Target="../slideLayouts/slideLayout11.xml"/><Relationship Id="rId4" Type="http://schemas.openxmlformats.org/officeDocument/2006/relationships/slideLayout" Target="../slideLayouts/slideLayout5.xml"/><Relationship Id="rId9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7" name="Rectangle 65"/>
          <p:cNvSpPr>
            <a:spLocks noGrp="1" noChangeArrowheads="1"/>
          </p:cNvSpPr>
          <p:nvPr>
            <p:ph type="title"/>
          </p:nvPr>
        </p:nvSpPr>
        <p:spPr bwMode="auto">
          <a:xfrm>
            <a:off x="812801" y="381000"/>
            <a:ext cx="1088390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  <a:spAutoFit/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8" name="Rectangle 66"/>
          <p:cNvSpPr>
            <a:spLocks noGrp="1" noChangeArrowheads="1"/>
          </p:cNvSpPr>
          <p:nvPr>
            <p:ph type="body" idx="1"/>
          </p:nvPr>
        </p:nvSpPr>
        <p:spPr bwMode="auto">
          <a:xfrm>
            <a:off x="1217085" y="1905000"/>
            <a:ext cx="10814049" cy="419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46" r:id="rId1"/>
  </p:sldLayoutIdLst>
  <p:hf hd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Book Antiqua" pitchFamily="18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Book Antiqua" pitchFamily="18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Book Antiqua" pitchFamily="18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Book Antiqua" pitchFamily="18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Book Antiqua" pitchFamily="18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Book Antiqua" pitchFamily="18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Book Antiqua" pitchFamily="18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Book Antiqua" pitchFamily="18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75000"/>
        <a:buFont typeface="Wingdings" pitchFamily="2" charset="2"/>
        <a:buChar char="n"/>
        <a:defRPr sz="3200">
          <a:solidFill>
            <a:schemeClr val="tx2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70000"/>
        <a:buFont typeface="Wingdings" pitchFamily="2" charset="2"/>
        <a:buChar char="n"/>
        <a:defRPr sz="2800">
          <a:solidFill>
            <a:schemeClr val="tx2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Char char="•"/>
        <a:defRPr sz="2400">
          <a:solidFill>
            <a:schemeClr val="tx2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Char char="•"/>
        <a:defRPr sz="2000">
          <a:solidFill>
            <a:schemeClr val="tx2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SzPct val="85000"/>
        <a:buChar char="•"/>
        <a:defRPr sz="2000">
          <a:solidFill>
            <a:schemeClr val="tx2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tx1"/>
        </a:buClr>
        <a:buSzPct val="85000"/>
        <a:buChar char="•"/>
        <a:defRPr sz="2000">
          <a:solidFill>
            <a:schemeClr val="tx2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tx1"/>
        </a:buClr>
        <a:buSzPct val="85000"/>
        <a:buChar char="•"/>
        <a:defRPr sz="2000">
          <a:solidFill>
            <a:schemeClr val="tx2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tx1"/>
        </a:buClr>
        <a:buSzPct val="85000"/>
        <a:buChar char="•"/>
        <a:defRPr sz="2000">
          <a:solidFill>
            <a:schemeClr val="tx2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tx1"/>
        </a:buClr>
        <a:buSzPct val="85000"/>
        <a:buChar char="•"/>
        <a:defRPr sz="2000">
          <a:solidFill>
            <a:schemeClr val="tx2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E7B50ED-2207-4F35-ACE2-88087C35BC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E2B7822-E7EA-478F-BE8A-CEE55DDDBB1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9D76E81-C46D-4339-AA26-D7E0FE0DA40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5ABF56A-1CFE-4786-B7AC-70B02FDA6E56}" type="datetimeFigureOut">
              <a:rPr lang="en-GB" smtClean="0"/>
              <a:t>14/11/2023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ACAC3B5-906B-4FB2-B150-691A57A912D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C21AD2-BA4D-4A9A-B0DA-4047217FFAC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A301D35-145A-4EED-B262-B048E8B8A25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821793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8" r:id="rId1"/>
    <p:sldLayoutId id="2147483749" r:id="rId2"/>
    <p:sldLayoutId id="2147483750" r:id="rId3"/>
    <p:sldLayoutId id="2147483751" r:id="rId4"/>
    <p:sldLayoutId id="2147483752" r:id="rId5"/>
    <p:sldLayoutId id="2147483753" r:id="rId6"/>
    <p:sldLayoutId id="2147483754" r:id="rId7"/>
    <p:sldLayoutId id="2147483755" r:id="rId8"/>
    <p:sldLayoutId id="2147483756" r:id="rId9"/>
    <p:sldLayoutId id="2147483757" r:id="rId10"/>
    <p:sldLayoutId id="2147483758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EBE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2">
            <a:extLst>
              <a:ext uri="{FF2B5EF4-FFF2-40B4-BE49-F238E27FC236}">
                <a16:creationId xmlns:a16="http://schemas.microsoft.com/office/drawing/2014/main" id="{84FEBB7C-E1C8-4DAD-8087-87548D9D335E}"/>
              </a:ext>
            </a:extLst>
          </p:cNvPr>
          <p:cNvSpPr txBox="1">
            <a:spLocks noChangeArrowheads="1"/>
          </p:cNvSpPr>
          <p:nvPr/>
        </p:nvSpPr>
        <p:spPr>
          <a:xfrm>
            <a:off x="11031538" y="5351254"/>
            <a:ext cx="914400" cy="1570037"/>
          </a:xfrm>
          <a:prstGeom prst="rect">
            <a:avLst/>
          </a:prstGeom>
          <a:noFill/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9600" b="0" i="0" u="none" strike="noStrike" kern="1200" cap="none" spc="0" normalizeH="0" baseline="0" noProof="0">
                <a:ln>
                  <a:noFill/>
                </a:ln>
                <a:solidFill>
                  <a:srgbClr val="4472C4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7</a:t>
            </a:r>
            <a:endParaRPr kumimoji="0" lang="en-US" altLang="en-US" sz="9600" b="0" i="0" u="none" strike="noStrike" kern="1200" cap="none" spc="0" normalizeH="0" baseline="0" noProof="0" dirty="0">
              <a:ln>
                <a:noFill/>
              </a:ln>
              <a:solidFill>
                <a:srgbClr val="4472C4"/>
              </a:solidFill>
              <a:effectLst/>
              <a:uLnTx/>
              <a:uFillTx/>
              <a:latin typeface="Calibri Light" panose="020F0302020204030204"/>
              <a:ea typeface="+mj-ea"/>
              <a:cs typeface="+mj-cs"/>
            </a:endParaRPr>
          </a:p>
        </p:txBody>
      </p:sp>
      <p:sp>
        <p:nvSpPr>
          <p:cNvPr id="13" name="Rectangle 4">
            <a:extLst>
              <a:ext uri="{FF2B5EF4-FFF2-40B4-BE49-F238E27FC236}">
                <a16:creationId xmlns:a16="http://schemas.microsoft.com/office/drawing/2014/main" id="{9161D560-1E63-4EB8-8911-97118B5AFB6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3185" y="1415526"/>
            <a:ext cx="7983538" cy="288311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2"/>
                </a:solidFill>
                <a:latin typeface="Book Antiqua" panose="0204060205030503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70000"/>
              <a:buFont typeface="Wingdings" panose="05000000000000000000" pitchFamily="2" charset="2"/>
              <a:buChar char="n"/>
              <a:defRPr sz="2800">
                <a:solidFill>
                  <a:schemeClr val="tx2"/>
                </a:solidFill>
                <a:latin typeface="Book Antiqua" panose="0204060205030503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Char char="•"/>
              <a:defRPr sz="2400">
                <a:solidFill>
                  <a:schemeClr val="tx2"/>
                </a:solidFill>
                <a:latin typeface="Book Antiqua" panose="0204060205030503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ro-RO" altLang="en-US" sz="4400" b="0" i="0" u="none" strike="noStrike" kern="1200" cap="none" spc="0" normalizeH="0" baseline="0" noProof="0" dirty="0">
                <a:ln>
                  <a:noFill/>
                </a:ln>
                <a:solidFill>
                  <a:srgbClr val="4472C4"/>
                </a:solidFill>
                <a:effectLst/>
                <a:uLnTx/>
                <a:uFillTx/>
                <a:latin typeface="Book Antiqua" panose="02040602050305030304" pitchFamily="18" charset="0"/>
                <a:ea typeface="+mn-ea"/>
                <a:cs typeface="Arial" panose="020B0604020202020204" pitchFamily="34" charset="0"/>
              </a:rPr>
              <a:t>Evaluarea Operatorilor </a:t>
            </a:r>
            <a:r>
              <a:rPr kumimoji="0" lang="ro-RO" altLang="en-US" sz="4400" b="0" i="0" u="none" strike="noStrike" kern="1200" cap="none" spc="0" normalizeH="0" baseline="0" noProof="0" dirty="0" err="1">
                <a:ln>
                  <a:noFill/>
                </a:ln>
                <a:solidFill>
                  <a:srgbClr val="4472C4"/>
                </a:solidFill>
                <a:effectLst/>
                <a:uLnTx/>
                <a:uFillTx/>
                <a:latin typeface="Book Antiqua" panose="02040602050305030304" pitchFamily="18" charset="0"/>
                <a:ea typeface="+mn-ea"/>
                <a:cs typeface="Arial" panose="020B0604020202020204" pitchFamily="34" charset="0"/>
              </a:rPr>
              <a:t>Relaţionali</a:t>
            </a:r>
            <a:endParaRPr kumimoji="0" lang="ro-RO" altLang="en-US" sz="4400" b="0" i="0" u="none" strike="noStrike" kern="1200" cap="none" spc="0" normalizeH="0" baseline="0" noProof="0" dirty="0">
              <a:ln>
                <a:noFill/>
              </a:ln>
              <a:solidFill>
                <a:srgbClr val="4472C4"/>
              </a:solidFill>
              <a:effectLst/>
              <a:uLnTx/>
              <a:uFillTx/>
              <a:latin typeface="Book Antiqua" panose="02040602050305030304" pitchFamily="18" charset="0"/>
              <a:ea typeface="+mn-ea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8269308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9" name="Rectangle 2"/>
          <p:cNvSpPr>
            <a:spLocks noGrp="1" noChangeArrowheads="1"/>
          </p:cNvSpPr>
          <p:nvPr>
            <p:ph type="ctrTitle" idx="4294967295"/>
          </p:nvPr>
        </p:nvSpPr>
        <p:spPr>
          <a:xfrm>
            <a:off x="457200" y="572870"/>
            <a:ext cx="10210800" cy="646331"/>
          </a:xfrm>
          <a:noFill/>
        </p:spPr>
        <p:txBody>
          <a:bodyPr/>
          <a:lstStyle/>
          <a:p>
            <a:pPr eaLnBrk="1" hangingPunct="1"/>
            <a:r>
              <a:rPr lang="en-US" dirty="0" err="1"/>
              <a:t>Operatori</a:t>
            </a:r>
            <a:r>
              <a:rPr lang="en-US" dirty="0"/>
              <a:t> </a:t>
            </a:r>
            <a:r>
              <a:rPr lang="en-US" dirty="0" err="1"/>
              <a:t>relaţionali</a:t>
            </a:r>
            <a:endParaRPr lang="en-US" dirty="0"/>
          </a:p>
        </p:txBody>
      </p:sp>
      <p:sp>
        <p:nvSpPr>
          <p:cNvPr id="4100" name="Rectangle 15"/>
          <p:cNvSpPr>
            <a:spLocks noGrp="1" noChangeArrowheads="1"/>
          </p:cNvSpPr>
          <p:nvPr>
            <p:ph type="subTitle" idx="1"/>
          </p:nvPr>
        </p:nvSpPr>
        <p:spPr>
          <a:xfrm>
            <a:off x="1066800" y="1211284"/>
            <a:ext cx="10439400" cy="5029200"/>
          </a:xfrm>
          <a:noFill/>
        </p:spPr>
        <p:txBody>
          <a:bodyPr/>
          <a:lstStyle/>
          <a:p>
            <a:pPr eaLnBrk="1" hangingPunct="1"/>
            <a:endParaRPr lang="en-US" sz="2800" dirty="0"/>
          </a:p>
          <a:p>
            <a:pPr marL="749300" lvl="1" indent="-177800" eaLnBrk="1" hangingPunct="1">
              <a:buSzPct val="75000"/>
            </a:pPr>
            <a:r>
              <a:rPr lang="en-US" i="1" dirty="0">
                <a:solidFill>
                  <a:schemeClr val="folHlink"/>
                </a:solidFill>
              </a:rPr>
              <a:t> </a:t>
            </a:r>
            <a:r>
              <a:rPr lang="en-US" i="1" u="sng" dirty="0" err="1">
                <a:solidFill>
                  <a:schemeClr val="folHlink"/>
                </a:solidFill>
              </a:rPr>
              <a:t>Selecţie</a:t>
            </a:r>
            <a:r>
              <a:rPr lang="en-US" dirty="0">
                <a:solidFill>
                  <a:schemeClr val="folHlink"/>
                </a:solidFill>
              </a:rPr>
              <a:t> </a:t>
            </a:r>
            <a:r>
              <a:rPr lang="en-US" dirty="0"/>
              <a:t>(</a:t>
            </a:r>
            <a:r>
              <a:rPr lang="en-US" dirty="0">
                <a:solidFill>
                  <a:schemeClr val="folHlink"/>
                </a:solidFill>
                <a:cs typeface="Times New Roman" pitchFamily="18" charset="0"/>
                <a:sym typeface="Symbol" pitchFamily="18" charset="2"/>
              </a:rPr>
              <a:t></a:t>
            </a:r>
            <a:r>
              <a:rPr lang="en-US" dirty="0"/>
              <a:t>) </a:t>
            </a:r>
            <a:r>
              <a:rPr lang="en-US" dirty="0" err="1"/>
              <a:t>Selecteaz</a:t>
            </a:r>
            <a:r>
              <a:rPr lang="vi-VN" dirty="0"/>
              <a:t>ă</a:t>
            </a:r>
            <a:r>
              <a:rPr lang="en-US" dirty="0"/>
              <a:t> un subset de </a:t>
            </a:r>
            <a:r>
              <a:rPr lang="en-US" dirty="0" err="1"/>
              <a:t>înregistr</a:t>
            </a:r>
            <a:r>
              <a:rPr lang="vi-VN" dirty="0"/>
              <a:t>ă</a:t>
            </a:r>
            <a:r>
              <a:rPr lang="en-US" dirty="0" err="1"/>
              <a:t>ri</a:t>
            </a:r>
            <a:r>
              <a:rPr lang="en-US" dirty="0"/>
              <a:t> a </a:t>
            </a:r>
            <a:r>
              <a:rPr lang="en-US" dirty="0" err="1"/>
              <a:t>unei</a:t>
            </a:r>
            <a:r>
              <a:rPr lang="en-US" dirty="0"/>
              <a:t> rel.</a:t>
            </a:r>
          </a:p>
          <a:p>
            <a:pPr marL="749300" lvl="1" indent="-177800" eaLnBrk="1" hangingPunct="1">
              <a:buSzPct val="75000"/>
            </a:pPr>
            <a:r>
              <a:rPr lang="en-US" i="1" dirty="0">
                <a:solidFill>
                  <a:schemeClr val="accent2"/>
                </a:solidFill>
              </a:rPr>
              <a:t> </a:t>
            </a:r>
            <a:r>
              <a:rPr lang="en-US" i="1" u="sng" dirty="0" err="1">
                <a:solidFill>
                  <a:schemeClr val="folHlink"/>
                </a:solidFill>
              </a:rPr>
              <a:t>Proiecţie</a:t>
            </a:r>
            <a:r>
              <a:rPr lang="en-US" dirty="0">
                <a:solidFill>
                  <a:schemeClr val="folHlink"/>
                </a:solidFill>
              </a:rPr>
              <a:t> </a:t>
            </a:r>
            <a:r>
              <a:rPr lang="en-US" dirty="0"/>
              <a:t>(</a:t>
            </a:r>
            <a:r>
              <a:rPr lang="en-US" b="1" dirty="0">
                <a:solidFill>
                  <a:schemeClr val="folHlink"/>
                </a:solidFill>
                <a:cs typeface="Times New Roman" pitchFamily="18" charset="0"/>
                <a:sym typeface="Symbol" pitchFamily="18" charset="2"/>
              </a:rPr>
              <a:t></a:t>
            </a:r>
            <a:r>
              <a:rPr lang="en-US" dirty="0"/>
              <a:t>) </a:t>
            </a:r>
            <a:r>
              <a:rPr lang="en-US" dirty="0" err="1"/>
              <a:t>Elimin</a:t>
            </a:r>
            <a:r>
              <a:rPr lang="vi-VN" dirty="0"/>
              <a:t>ă</a:t>
            </a:r>
            <a:r>
              <a:rPr lang="en-US" dirty="0"/>
              <a:t> </a:t>
            </a:r>
            <a:r>
              <a:rPr lang="en-US" dirty="0" err="1"/>
              <a:t>anumite</a:t>
            </a:r>
            <a:r>
              <a:rPr lang="en-US" dirty="0"/>
              <a:t> </a:t>
            </a:r>
            <a:r>
              <a:rPr lang="en-US" dirty="0" err="1"/>
              <a:t>coloane</a:t>
            </a:r>
            <a:r>
              <a:rPr lang="en-US" dirty="0"/>
              <a:t> ale </a:t>
            </a:r>
            <a:r>
              <a:rPr lang="en-US" dirty="0" err="1"/>
              <a:t>relaţiei</a:t>
            </a:r>
            <a:r>
              <a:rPr lang="en-US" dirty="0"/>
              <a:t>.</a:t>
            </a:r>
          </a:p>
          <a:p>
            <a:pPr marL="749300" lvl="1" indent="-177800" eaLnBrk="1" hangingPunct="1">
              <a:buSzPct val="75000"/>
            </a:pPr>
            <a:r>
              <a:rPr lang="en-US" i="1" dirty="0">
                <a:solidFill>
                  <a:schemeClr val="accent2"/>
                </a:solidFill>
              </a:rPr>
              <a:t> </a:t>
            </a:r>
            <a:r>
              <a:rPr lang="en-US" i="1" u="sng" dirty="0">
                <a:solidFill>
                  <a:schemeClr val="folHlink"/>
                </a:solidFill>
              </a:rPr>
              <a:t>Join</a:t>
            </a:r>
            <a:r>
              <a:rPr lang="en-US" dirty="0">
                <a:solidFill>
                  <a:schemeClr val="folHlink"/>
                </a:solidFill>
              </a:rPr>
              <a:t> </a:t>
            </a:r>
            <a:r>
              <a:rPr lang="en-US" dirty="0"/>
              <a:t>(</a:t>
            </a:r>
            <a:r>
              <a:rPr lang="en-US" b="1" dirty="0">
                <a:solidFill>
                  <a:schemeClr val="folHlink"/>
                </a:solidFill>
                <a:sym typeface="Symbol" pitchFamily="18" charset="2"/>
              </a:rPr>
              <a:t></a:t>
            </a:r>
            <a:r>
              <a:rPr lang="en-US" dirty="0"/>
              <a:t>) </a:t>
            </a:r>
            <a:r>
              <a:rPr lang="en-US" dirty="0" err="1"/>
              <a:t>Permite</a:t>
            </a:r>
            <a:r>
              <a:rPr lang="en-US" dirty="0"/>
              <a:t> </a:t>
            </a:r>
            <a:r>
              <a:rPr lang="en-US" dirty="0" err="1"/>
              <a:t>combinarea</a:t>
            </a:r>
            <a:r>
              <a:rPr lang="en-US" dirty="0"/>
              <a:t> a </a:t>
            </a:r>
            <a:r>
              <a:rPr lang="en-US" dirty="0" err="1"/>
              <a:t>dou</a:t>
            </a:r>
            <a:r>
              <a:rPr lang="vi-VN" dirty="0"/>
              <a:t>ă</a:t>
            </a:r>
            <a:r>
              <a:rPr lang="en-US" dirty="0"/>
              <a:t> </a:t>
            </a:r>
            <a:r>
              <a:rPr lang="en-US" dirty="0" err="1"/>
              <a:t>relaţii</a:t>
            </a:r>
            <a:r>
              <a:rPr lang="en-US" dirty="0"/>
              <a:t>.</a:t>
            </a:r>
          </a:p>
          <a:p>
            <a:pPr marL="749300" lvl="1" indent="-177800" eaLnBrk="1" hangingPunct="1">
              <a:buSzPct val="75000"/>
            </a:pPr>
            <a:r>
              <a:rPr lang="en-US" i="1" dirty="0">
                <a:solidFill>
                  <a:schemeClr val="accent2"/>
                </a:solidFill>
              </a:rPr>
              <a:t> </a:t>
            </a:r>
            <a:r>
              <a:rPr lang="en-US" i="1" u="sng" dirty="0" err="1">
                <a:solidFill>
                  <a:schemeClr val="folHlink"/>
                </a:solidFill>
              </a:rPr>
              <a:t>Diferenţ</a:t>
            </a:r>
            <a:r>
              <a:rPr lang="vi-VN" i="1" u="sng" dirty="0">
                <a:solidFill>
                  <a:schemeClr val="folHlink"/>
                </a:solidFill>
              </a:rPr>
              <a:t>ă</a:t>
            </a:r>
            <a:r>
              <a:rPr lang="en-US" dirty="0">
                <a:solidFill>
                  <a:schemeClr val="folHlink"/>
                </a:solidFill>
              </a:rPr>
              <a:t> </a:t>
            </a:r>
            <a:r>
              <a:rPr lang="en-US" dirty="0"/>
              <a:t>(</a:t>
            </a:r>
            <a:r>
              <a:rPr lang="en-US" b="1" dirty="0">
                <a:solidFill>
                  <a:schemeClr val="folHlink"/>
                </a:solidFill>
                <a:sym typeface="Symbol" pitchFamily="18" charset="2"/>
              </a:rPr>
              <a:t></a:t>
            </a:r>
            <a:r>
              <a:rPr lang="en-US" dirty="0"/>
              <a:t>) </a:t>
            </a:r>
            <a:r>
              <a:rPr lang="en-US" dirty="0" err="1"/>
              <a:t>Returneaz</a:t>
            </a:r>
            <a:r>
              <a:rPr lang="vi-VN" dirty="0"/>
              <a:t>ă </a:t>
            </a:r>
            <a:r>
              <a:rPr lang="en-US" dirty="0" err="1"/>
              <a:t>înregistr</a:t>
            </a:r>
            <a:r>
              <a:rPr lang="vi-VN" dirty="0"/>
              <a:t>ă</a:t>
            </a:r>
            <a:r>
              <a:rPr lang="en-US" dirty="0" err="1"/>
              <a:t>ri</a:t>
            </a:r>
            <a:r>
              <a:rPr lang="en-US" dirty="0"/>
              <a:t> </a:t>
            </a:r>
            <a:r>
              <a:rPr lang="en-US" dirty="0" err="1"/>
              <a:t>aflate</a:t>
            </a:r>
            <a:r>
              <a:rPr lang="en-US" dirty="0"/>
              <a:t> </a:t>
            </a:r>
            <a:r>
              <a:rPr lang="en-US" dirty="0" err="1"/>
              <a:t>într</a:t>
            </a:r>
            <a:r>
              <a:rPr lang="en-US" dirty="0"/>
              <a:t>-o </a:t>
            </a:r>
            <a:r>
              <a:rPr lang="en-US" dirty="0" err="1"/>
              <a:t>relaţie</a:t>
            </a:r>
            <a:r>
              <a:rPr lang="en-US" dirty="0"/>
              <a:t> </a:t>
            </a:r>
            <a:r>
              <a:rPr lang="en-US" dirty="0" err="1"/>
              <a:t>ce</a:t>
            </a:r>
            <a:r>
              <a:rPr lang="en-US" dirty="0"/>
              <a:t> nu se g</a:t>
            </a:r>
            <a:r>
              <a:rPr lang="vi-VN" dirty="0"/>
              <a:t>ă</a:t>
            </a:r>
            <a:r>
              <a:rPr lang="en-US" dirty="0" err="1"/>
              <a:t>sesc</a:t>
            </a:r>
            <a:r>
              <a:rPr lang="en-US" dirty="0"/>
              <a:t> </a:t>
            </a:r>
            <a:r>
              <a:rPr lang="vi-VN" dirty="0"/>
              <a:t> </a:t>
            </a:r>
            <a:r>
              <a:rPr lang="en-US" dirty="0" err="1"/>
              <a:t>în</a:t>
            </a:r>
            <a:r>
              <a:rPr lang="en-US" dirty="0"/>
              <a:t> a </a:t>
            </a:r>
            <a:r>
              <a:rPr lang="en-US" dirty="0" err="1"/>
              <a:t>doua</a:t>
            </a:r>
            <a:r>
              <a:rPr lang="en-US" dirty="0"/>
              <a:t>.</a:t>
            </a:r>
          </a:p>
          <a:p>
            <a:pPr marL="749300" lvl="1" indent="-177800" eaLnBrk="1" hangingPunct="1">
              <a:buSzPct val="75000"/>
            </a:pPr>
            <a:r>
              <a:rPr lang="en-US" i="1" dirty="0">
                <a:solidFill>
                  <a:schemeClr val="accent2"/>
                </a:solidFill>
              </a:rPr>
              <a:t> </a:t>
            </a:r>
            <a:r>
              <a:rPr lang="en-US" i="1" u="sng" dirty="0" err="1">
                <a:solidFill>
                  <a:schemeClr val="folHlink"/>
                </a:solidFill>
              </a:rPr>
              <a:t>Reuniune</a:t>
            </a:r>
            <a:r>
              <a:rPr lang="en-US" dirty="0">
                <a:solidFill>
                  <a:schemeClr val="folHlink"/>
                </a:solidFill>
              </a:rPr>
              <a:t> </a:t>
            </a:r>
            <a:r>
              <a:rPr lang="en-US" dirty="0"/>
              <a:t>(</a:t>
            </a:r>
            <a:r>
              <a:rPr lang="en-US" dirty="0">
                <a:solidFill>
                  <a:schemeClr val="folHlink"/>
                </a:solidFill>
                <a:sym typeface="Symbol" pitchFamily="18" charset="2"/>
              </a:rPr>
              <a:t></a:t>
            </a:r>
            <a:r>
              <a:rPr lang="en-US" dirty="0"/>
              <a:t>) </a:t>
            </a:r>
            <a:r>
              <a:rPr lang="en-US" dirty="0" err="1"/>
              <a:t>Returneaz</a:t>
            </a:r>
            <a:r>
              <a:rPr lang="vi-VN" dirty="0"/>
              <a:t>ă </a:t>
            </a:r>
            <a:r>
              <a:rPr lang="en-US" dirty="0" err="1"/>
              <a:t>înregistr</a:t>
            </a:r>
            <a:r>
              <a:rPr lang="vi-VN" dirty="0"/>
              <a:t>ă</a:t>
            </a:r>
            <a:r>
              <a:rPr lang="en-US" dirty="0" err="1"/>
              <a:t>ri</a:t>
            </a:r>
            <a:r>
              <a:rPr lang="en-US" dirty="0"/>
              <a:t> </a:t>
            </a:r>
            <a:r>
              <a:rPr lang="en-US" dirty="0" err="1"/>
              <a:t>aflate</a:t>
            </a:r>
            <a:r>
              <a:rPr lang="en-US" dirty="0"/>
              <a:t> </a:t>
            </a:r>
            <a:r>
              <a:rPr lang="en-US" dirty="0" err="1"/>
              <a:t>în</a:t>
            </a:r>
            <a:r>
              <a:rPr lang="en-US" dirty="0"/>
              <a:t> </a:t>
            </a:r>
            <a:r>
              <a:rPr lang="en-US" dirty="0" err="1"/>
              <a:t>ambele</a:t>
            </a:r>
            <a:r>
              <a:rPr lang="en-US" dirty="0"/>
              <a:t> rel.</a:t>
            </a:r>
          </a:p>
          <a:p>
            <a:pPr marL="749300" lvl="1" indent="-177800" eaLnBrk="1" hangingPunct="1">
              <a:buSzPct val="75000"/>
            </a:pPr>
            <a:r>
              <a:rPr lang="en-US" i="1" dirty="0">
                <a:solidFill>
                  <a:schemeClr val="accent2"/>
                </a:solidFill>
              </a:rPr>
              <a:t> </a:t>
            </a:r>
            <a:r>
              <a:rPr lang="en-US" i="1" u="sng" dirty="0" err="1">
                <a:solidFill>
                  <a:schemeClr val="folHlink"/>
                </a:solidFill>
              </a:rPr>
              <a:t>Agregare</a:t>
            </a:r>
            <a:r>
              <a:rPr lang="en-US" dirty="0">
                <a:solidFill>
                  <a:schemeClr val="folHlink"/>
                </a:solidFill>
              </a:rPr>
              <a:t> </a:t>
            </a:r>
            <a:r>
              <a:rPr lang="en-US" dirty="0"/>
              <a:t>(</a:t>
            </a:r>
            <a:r>
              <a:rPr lang="en-US" sz="2400" dirty="0"/>
              <a:t>SUM, MIN</a:t>
            </a:r>
            <a:r>
              <a:rPr lang="en-US" dirty="0"/>
              <a:t>, etc.) </a:t>
            </a:r>
            <a:r>
              <a:rPr lang="en-US" dirty="0" err="1"/>
              <a:t>şi</a:t>
            </a:r>
            <a:r>
              <a:rPr lang="en-US" dirty="0"/>
              <a:t> </a:t>
            </a:r>
            <a:r>
              <a:rPr lang="en-US" i="1" u="sng" dirty="0" err="1">
                <a:solidFill>
                  <a:srgbClr val="C00000"/>
                </a:solidFill>
              </a:rPr>
              <a:t>grupare</a:t>
            </a:r>
            <a:r>
              <a:rPr lang="en-US" dirty="0"/>
              <a:t> (</a:t>
            </a:r>
            <a:r>
              <a:rPr lang="en-US" sz="2400" dirty="0"/>
              <a:t>GROUP BY)</a:t>
            </a:r>
            <a:endParaRPr lang="en-US" dirty="0"/>
          </a:p>
          <a:p>
            <a:pPr marL="228600" indent="-228600" eaLnBrk="1" hangingPunct="1">
              <a:buFont typeface="Wingdings" pitchFamily="2" charset="2"/>
              <a:buChar char="n"/>
            </a:pPr>
            <a:endParaRPr lang="en-US" sz="2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4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981200" y="2667000"/>
            <a:ext cx="8686800" cy="4038600"/>
          </a:xfrm>
          <a:noFill/>
        </p:spPr>
        <p:txBody>
          <a:bodyPr/>
          <a:lstStyle/>
          <a:p>
            <a:pPr marL="228600" indent="-228600" eaLnBrk="1" hangingPunct="1">
              <a:buFont typeface="Wingdings" pitchFamily="2" charset="2"/>
              <a:buChar char="n"/>
            </a:pPr>
            <a:r>
              <a:rPr lang="en-US" sz="3600" dirty="0"/>
              <a:t> </a:t>
            </a:r>
            <a:r>
              <a:rPr lang="en-US" sz="3600" dirty="0" err="1"/>
              <a:t>Tehnici</a:t>
            </a:r>
            <a:r>
              <a:rPr lang="en-US" sz="3600" dirty="0"/>
              <a:t> de </a:t>
            </a:r>
            <a:r>
              <a:rPr lang="en-US" sz="3600" dirty="0" err="1"/>
              <a:t>implementare</a:t>
            </a:r>
            <a:r>
              <a:rPr lang="en-US" sz="3600" dirty="0"/>
              <a:t> a </a:t>
            </a:r>
            <a:r>
              <a:rPr lang="en-US" sz="3600" dirty="0" err="1"/>
              <a:t>operatorilor</a:t>
            </a:r>
            <a:r>
              <a:rPr lang="en-US" sz="3600" dirty="0"/>
              <a:t> </a:t>
            </a:r>
          </a:p>
          <a:p>
            <a:pPr marL="749300" lvl="1" indent="-177800" eaLnBrk="1" hangingPunct="1"/>
            <a:r>
              <a:rPr lang="en-US" sz="3200" dirty="0"/>
              <a:t> </a:t>
            </a:r>
            <a:r>
              <a:rPr lang="en-US" sz="3200" dirty="0" err="1"/>
              <a:t>Itera</a:t>
            </a:r>
            <a:r>
              <a:rPr lang="ro-RO" sz="3200" dirty="0"/>
              <a:t>r</a:t>
            </a:r>
            <a:r>
              <a:rPr lang="en-US" sz="3200" dirty="0"/>
              <a:t>e</a:t>
            </a:r>
          </a:p>
          <a:p>
            <a:pPr marL="749300" lvl="1" indent="-177800" eaLnBrk="1" hangingPunct="1"/>
            <a:r>
              <a:rPr lang="en-US" sz="3200" dirty="0"/>
              <a:t> </a:t>
            </a:r>
            <a:r>
              <a:rPr lang="en-US" sz="3200" dirty="0" err="1"/>
              <a:t>Indexare</a:t>
            </a:r>
            <a:endParaRPr lang="en-US" sz="3200" dirty="0"/>
          </a:p>
          <a:p>
            <a:pPr marL="749300" lvl="1" indent="-177800" eaLnBrk="1" hangingPunct="1"/>
            <a:r>
              <a:rPr lang="en-US" sz="3200" dirty="0"/>
              <a:t> </a:t>
            </a:r>
            <a:r>
              <a:rPr lang="en-US" sz="3200" dirty="0" err="1"/>
              <a:t>Partiţionare</a:t>
            </a:r>
            <a:endParaRPr lang="en-US" sz="3200" dirty="0"/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FD14A8D6-580E-4725-9D64-28028B6DD2F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200" y="572870"/>
            <a:ext cx="10210800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  <a:spAutoFit/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Book Antiqua" pitchFamily="18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Book Antiqua" pitchFamily="18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Book Antiqua" pitchFamily="18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Book Antiqua" pitchFamily="18" charset="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Book Antiqua" pitchFamily="18" charset="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Book Antiqua" pitchFamily="18" charset="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Book Antiqua" pitchFamily="18" charset="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Book Antiqua" pitchFamily="18" charset="0"/>
              </a:defRPr>
            </a:lvl9pPr>
          </a:lstStyle>
          <a:p>
            <a:pPr eaLnBrk="1" hangingPunct="1"/>
            <a:r>
              <a:rPr lang="en-US" kern="0"/>
              <a:t>Operatori relaţionali</a:t>
            </a:r>
            <a:endParaRPr lang="en-US" kern="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3" name="Rectangle 2"/>
          <p:cNvSpPr>
            <a:spLocks noGrp="1" noChangeArrowheads="1"/>
          </p:cNvSpPr>
          <p:nvPr>
            <p:ph type="ctrTitle" idx="4294967295"/>
          </p:nvPr>
        </p:nvSpPr>
        <p:spPr>
          <a:xfrm>
            <a:off x="457200" y="609600"/>
            <a:ext cx="10134600" cy="646331"/>
          </a:xfrm>
          <a:noFill/>
        </p:spPr>
        <p:txBody>
          <a:bodyPr/>
          <a:lstStyle/>
          <a:p>
            <a:pPr eaLnBrk="1" hangingPunct="1"/>
            <a:r>
              <a:rPr lang="en-US" dirty="0" err="1"/>
              <a:t>Evaluarea</a:t>
            </a:r>
            <a:r>
              <a:rPr lang="en-US" dirty="0"/>
              <a:t> </a:t>
            </a:r>
            <a:r>
              <a:rPr lang="en-US" dirty="0" err="1"/>
              <a:t>operatorilor</a:t>
            </a:r>
            <a:r>
              <a:rPr lang="en-US" dirty="0"/>
              <a:t> </a:t>
            </a:r>
            <a:r>
              <a:rPr lang="en-US" dirty="0" err="1"/>
              <a:t>relaţionali</a:t>
            </a:r>
            <a:endParaRPr lang="en-US" dirty="0"/>
          </a:p>
        </p:txBody>
      </p:sp>
      <p:sp>
        <p:nvSpPr>
          <p:cNvPr id="5124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990600" y="1828800"/>
            <a:ext cx="9601200" cy="5029200"/>
          </a:xfrm>
          <a:noFill/>
        </p:spPr>
        <p:txBody>
          <a:bodyPr/>
          <a:lstStyle/>
          <a:p>
            <a:pPr marL="228600" indent="-228600" eaLnBrk="1" hangingPunct="1">
              <a:buFont typeface="Wingdings" pitchFamily="2" charset="2"/>
              <a:buChar char="n"/>
            </a:pPr>
            <a:r>
              <a:rPr lang="en-US" dirty="0"/>
              <a:t> C</a:t>
            </a:r>
            <a:r>
              <a:rPr lang="vi-VN" dirty="0"/>
              <a:t>ă</a:t>
            </a:r>
            <a:r>
              <a:rPr lang="en-US" dirty="0" err="1"/>
              <a:t>i</a:t>
            </a:r>
            <a:r>
              <a:rPr lang="en-US" dirty="0"/>
              <a:t> de </a:t>
            </a:r>
            <a:r>
              <a:rPr lang="en-US" dirty="0" err="1"/>
              <a:t>acces</a:t>
            </a:r>
            <a:endParaRPr lang="en-US" dirty="0"/>
          </a:p>
          <a:p>
            <a:pPr marL="571500" lvl="1" indent="0" eaLnBrk="1" hangingPunct="1">
              <a:buNone/>
            </a:pPr>
            <a:r>
              <a:rPr lang="ro-RO" dirty="0"/>
              <a:t>= a</a:t>
            </a:r>
            <a:r>
              <a:rPr lang="en-US" dirty="0" err="1"/>
              <a:t>lternative</a:t>
            </a:r>
            <a:r>
              <a:rPr lang="en-US" dirty="0"/>
              <a:t> de </a:t>
            </a:r>
            <a:r>
              <a:rPr lang="en-US" dirty="0" err="1"/>
              <a:t>parcurgere</a:t>
            </a:r>
            <a:r>
              <a:rPr lang="en-US" dirty="0"/>
              <a:t> a </a:t>
            </a:r>
            <a:r>
              <a:rPr lang="en-US" dirty="0" err="1"/>
              <a:t>înregistrărilor</a:t>
            </a:r>
            <a:endParaRPr lang="en-US" dirty="0"/>
          </a:p>
          <a:p>
            <a:pPr marL="749300" lvl="1" indent="-177800" eaLnBrk="1" hangingPunct="1"/>
            <a:r>
              <a:rPr lang="en-US" dirty="0"/>
              <a:t> </a:t>
            </a:r>
            <a:r>
              <a:rPr lang="en-US" dirty="0" err="1"/>
              <a:t>Scanare</a:t>
            </a:r>
            <a:r>
              <a:rPr lang="en-US" dirty="0"/>
              <a:t> </a:t>
            </a:r>
            <a:r>
              <a:rPr lang="en-US" dirty="0" err="1"/>
              <a:t>tabelă</a:t>
            </a:r>
            <a:endParaRPr lang="en-US" dirty="0"/>
          </a:p>
          <a:p>
            <a:pPr marL="749300" lvl="1" indent="-177800" eaLnBrk="1" hangingPunct="1"/>
            <a:r>
              <a:rPr lang="en-US" dirty="0"/>
              <a:t> </a:t>
            </a:r>
            <a:r>
              <a:rPr lang="en-US" dirty="0" err="1"/>
              <a:t>Parcurgere</a:t>
            </a:r>
            <a:r>
              <a:rPr lang="en-US" dirty="0"/>
              <a:t> index</a:t>
            </a:r>
          </a:p>
          <a:p>
            <a:pPr marL="228600" indent="-228600" eaLnBrk="1" hangingPunct="1">
              <a:buFont typeface="Wingdings" pitchFamily="2" charset="2"/>
              <a:buChar char="n"/>
            </a:pPr>
            <a:r>
              <a:rPr lang="en-US" dirty="0"/>
              <a:t> </a:t>
            </a:r>
            <a:r>
              <a:rPr lang="en-US" dirty="0" err="1"/>
              <a:t>Selectarea</a:t>
            </a:r>
            <a:r>
              <a:rPr lang="en-US" dirty="0"/>
              <a:t> </a:t>
            </a:r>
            <a:r>
              <a:rPr lang="en-US" dirty="0" err="1"/>
              <a:t>căii</a:t>
            </a:r>
            <a:r>
              <a:rPr lang="en-US" dirty="0"/>
              <a:t> de </a:t>
            </a:r>
            <a:r>
              <a:rPr lang="en-US" dirty="0" err="1"/>
              <a:t>acces</a:t>
            </a:r>
            <a:endParaRPr lang="en-US" dirty="0"/>
          </a:p>
          <a:p>
            <a:pPr marL="749300" lvl="1" indent="-177800" eaLnBrk="1" hangingPunct="1"/>
            <a:r>
              <a:rPr lang="en-US" dirty="0"/>
              <a:t> </a:t>
            </a:r>
            <a:r>
              <a:rPr lang="en-US" dirty="0" err="1"/>
              <a:t>Număr</a:t>
            </a:r>
            <a:r>
              <a:rPr lang="en-US" dirty="0"/>
              <a:t> de </a:t>
            </a:r>
            <a:r>
              <a:rPr lang="en-US" dirty="0" err="1"/>
              <a:t>pagini</a:t>
            </a:r>
            <a:r>
              <a:rPr lang="en-US" dirty="0"/>
              <a:t> </a:t>
            </a:r>
            <a:r>
              <a:rPr lang="en-US" dirty="0" err="1"/>
              <a:t>returnate</a:t>
            </a:r>
            <a:r>
              <a:rPr lang="en-US" dirty="0"/>
              <a:t> (</a:t>
            </a:r>
            <a:r>
              <a:rPr lang="en-US" dirty="0" err="1"/>
              <a:t>pagini</a:t>
            </a:r>
            <a:r>
              <a:rPr lang="en-US" dirty="0"/>
              <a:t> de index </a:t>
            </a:r>
            <a:r>
              <a:rPr lang="en-US" dirty="0" err="1"/>
              <a:t>sau</a:t>
            </a:r>
            <a:r>
              <a:rPr lang="en-US" dirty="0"/>
              <a:t> ale </a:t>
            </a:r>
            <a:r>
              <a:rPr lang="en-US" dirty="0" err="1"/>
              <a:t>tabelei</a:t>
            </a:r>
            <a:r>
              <a:rPr lang="en-US" dirty="0"/>
              <a:t>)</a:t>
            </a:r>
          </a:p>
          <a:p>
            <a:pPr marL="749300" lvl="1" indent="-177800" eaLnBrk="1" hangingPunct="1"/>
            <a:r>
              <a:rPr lang="en-US" dirty="0"/>
              <a:t> Se </a:t>
            </a:r>
            <a:r>
              <a:rPr lang="en-US" dirty="0" err="1"/>
              <a:t>selectează</a:t>
            </a:r>
            <a:r>
              <a:rPr lang="en-US" dirty="0"/>
              <a:t> </a:t>
            </a:r>
            <a:r>
              <a:rPr lang="en-US" dirty="0" err="1"/>
              <a:t>calea</a:t>
            </a:r>
            <a:r>
              <a:rPr lang="en-US" dirty="0"/>
              <a:t> </a:t>
            </a:r>
            <a:r>
              <a:rPr lang="en-US" dirty="0" err="1"/>
              <a:t>ce</a:t>
            </a:r>
            <a:r>
              <a:rPr lang="en-US" dirty="0"/>
              <a:t> </a:t>
            </a:r>
            <a:r>
              <a:rPr lang="en-US" dirty="0" err="1"/>
              <a:t>minimizează</a:t>
            </a:r>
            <a:r>
              <a:rPr lang="en-US" dirty="0"/>
              <a:t> </a:t>
            </a:r>
            <a:r>
              <a:rPr lang="en-US" dirty="0" err="1"/>
              <a:t>costurile</a:t>
            </a:r>
            <a:r>
              <a:rPr lang="en-US" dirty="0"/>
              <a:t> de </a:t>
            </a:r>
            <a:r>
              <a:rPr lang="en-US" dirty="0" err="1"/>
              <a:t>acces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1823796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7" name="Rectangle 2"/>
          <p:cNvSpPr>
            <a:spLocks noGrp="1" noChangeArrowheads="1"/>
          </p:cNvSpPr>
          <p:nvPr>
            <p:ph type="ctrTitle" idx="4294967295"/>
          </p:nvPr>
        </p:nvSpPr>
        <p:spPr>
          <a:xfrm>
            <a:off x="609599" y="533400"/>
            <a:ext cx="10058401" cy="646331"/>
          </a:xfrm>
          <a:noFill/>
        </p:spPr>
        <p:txBody>
          <a:bodyPr/>
          <a:lstStyle/>
          <a:p>
            <a:pPr eaLnBrk="1" hangingPunct="1"/>
            <a:r>
              <a:rPr lang="en-US" dirty="0" err="1"/>
              <a:t>Structura</a:t>
            </a:r>
            <a:r>
              <a:rPr lang="en-US" dirty="0"/>
              <a:t> </a:t>
            </a:r>
            <a:r>
              <a:rPr lang="en-US" dirty="0" err="1"/>
              <a:t>folosită</a:t>
            </a:r>
            <a:r>
              <a:rPr lang="en-US" dirty="0"/>
              <a:t> </a:t>
            </a:r>
            <a:r>
              <a:rPr lang="en-US" dirty="0" err="1"/>
              <a:t>în</a:t>
            </a:r>
            <a:r>
              <a:rPr lang="en-US" dirty="0"/>
              <a:t> </a:t>
            </a:r>
            <a:r>
              <a:rPr lang="en-US" dirty="0" err="1"/>
              <a:t>exemple</a:t>
            </a:r>
            <a:endParaRPr lang="en-US" dirty="0"/>
          </a:p>
        </p:txBody>
      </p:sp>
      <p:sp>
        <p:nvSpPr>
          <p:cNvPr id="6148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3124200" y="1371600"/>
            <a:ext cx="8534400" cy="5029200"/>
          </a:xfrm>
          <a:noFill/>
        </p:spPr>
        <p:txBody>
          <a:bodyPr/>
          <a:lstStyle/>
          <a:p>
            <a:pPr marL="228600" indent="-228600">
              <a:spcBef>
                <a:spcPct val="0"/>
              </a:spcBef>
              <a:buClrTx/>
              <a:buSzTx/>
            </a:pPr>
            <a:r>
              <a:rPr lang="en-US" sz="2400" dirty="0">
                <a:solidFill>
                  <a:schemeClr val="hlink"/>
                </a:solidFill>
              </a:rPr>
              <a:t>Students (</a:t>
            </a:r>
            <a:r>
              <a:rPr lang="en-US" sz="2400" i="1" u="sng" dirty="0" err="1">
                <a:solidFill>
                  <a:schemeClr val="hlink"/>
                </a:solidFill>
              </a:rPr>
              <a:t>sid</a:t>
            </a:r>
            <a:r>
              <a:rPr lang="en-US" sz="2400" u="sng" dirty="0">
                <a:solidFill>
                  <a:schemeClr val="hlink"/>
                </a:solidFill>
              </a:rPr>
              <a:t>: integer</a:t>
            </a:r>
            <a:r>
              <a:rPr lang="en-US" sz="2400" dirty="0">
                <a:solidFill>
                  <a:schemeClr val="hlink"/>
                </a:solidFill>
              </a:rPr>
              <a:t>, </a:t>
            </a:r>
            <a:r>
              <a:rPr lang="en-US" sz="2400" i="1" dirty="0" err="1">
                <a:solidFill>
                  <a:schemeClr val="hlink"/>
                </a:solidFill>
              </a:rPr>
              <a:t>sname</a:t>
            </a:r>
            <a:r>
              <a:rPr lang="en-US" sz="2400" dirty="0">
                <a:solidFill>
                  <a:schemeClr val="hlink"/>
                </a:solidFill>
              </a:rPr>
              <a:t>: string, </a:t>
            </a:r>
            <a:r>
              <a:rPr lang="en-US" sz="2400" i="1" dirty="0">
                <a:solidFill>
                  <a:schemeClr val="hlink"/>
                </a:solidFill>
              </a:rPr>
              <a:t>age</a:t>
            </a:r>
            <a:r>
              <a:rPr lang="en-US" sz="2400" dirty="0">
                <a:solidFill>
                  <a:schemeClr val="hlink"/>
                </a:solidFill>
              </a:rPr>
              <a:t>: integer)</a:t>
            </a:r>
          </a:p>
          <a:p>
            <a:pPr marL="228600" indent="-228600">
              <a:spcBef>
                <a:spcPct val="0"/>
              </a:spcBef>
              <a:buClrTx/>
              <a:buSzTx/>
            </a:pPr>
            <a:r>
              <a:rPr lang="en-US" sz="2400" dirty="0">
                <a:solidFill>
                  <a:schemeClr val="hlink"/>
                </a:solidFill>
              </a:rPr>
              <a:t>Courses (</a:t>
            </a:r>
            <a:r>
              <a:rPr lang="en-US" sz="2400" u="sng" dirty="0">
                <a:solidFill>
                  <a:schemeClr val="hlink"/>
                </a:solidFill>
              </a:rPr>
              <a:t>c</a:t>
            </a:r>
            <a:r>
              <a:rPr lang="en-US" sz="2400" i="1" u="sng" dirty="0">
                <a:solidFill>
                  <a:schemeClr val="hlink"/>
                </a:solidFill>
              </a:rPr>
              <a:t>id</a:t>
            </a:r>
            <a:r>
              <a:rPr lang="en-US" sz="2400" u="sng" dirty="0">
                <a:solidFill>
                  <a:schemeClr val="hlink"/>
                </a:solidFill>
              </a:rPr>
              <a:t>: integer</a:t>
            </a:r>
            <a:r>
              <a:rPr lang="en-US" sz="2400" dirty="0">
                <a:solidFill>
                  <a:schemeClr val="hlink"/>
                </a:solidFill>
              </a:rPr>
              <a:t>, </a:t>
            </a:r>
            <a:r>
              <a:rPr lang="en-US" sz="2400" i="1" dirty="0">
                <a:solidFill>
                  <a:schemeClr val="hlink"/>
                </a:solidFill>
              </a:rPr>
              <a:t>name</a:t>
            </a:r>
            <a:r>
              <a:rPr lang="en-US" sz="2400" dirty="0">
                <a:solidFill>
                  <a:schemeClr val="hlink"/>
                </a:solidFill>
              </a:rPr>
              <a:t>: string, </a:t>
            </a:r>
            <a:r>
              <a:rPr lang="en-US" sz="2400" i="1" dirty="0">
                <a:solidFill>
                  <a:schemeClr val="hlink"/>
                </a:solidFill>
              </a:rPr>
              <a:t>location</a:t>
            </a:r>
            <a:r>
              <a:rPr lang="en-US" sz="2400" dirty="0">
                <a:solidFill>
                  <a:schemeClr val="hlink"/>
                </a:solidFill>
              </a:rPr>
              <a:t>: string)</a:t>
            </a:r>
          </a:p>
          <a:p>
            <a:pPr marL="228600" indent="-228600">
              <a:spcBef>
                <a:spcPct val="0"/>
              </a:spcBef>
              <a:buClrTx/>
              <a:buSzTx/>
            </a:pPr>
            <a:r>
              <a:rPr lang="en-US" sz="2400" dirty="0">
                <a:solidFill>
                  <a:schemeClr val="hlink"/>
                </a:solidFill>
              </a:rPr>
              <a:t>Evaluations (</a:t>
            </a:r>
            <a:r>
              <a:rPr lang="en-US" sz="2400" i="1" u="sng" dirty="0" err="1">
                <a:solidFill>
                  <a:schemeClr val="hlink"/>
                </a:solidFill>
              </a:rPr>
              <a:t>sid</a:t>
            </a:r>
            <a:r>
              <a:rPr lang="en-US" sz="2400" u="sng" dirty="0">
                <a:solidFill>
                  <a:schemeClr val="hlink"/>
                </a:solidFill>
              </a:rPr>
              <a:t>: integer, c</a:t>
            </a:r>
            <a:r>
              <a:rPr lang="en-US" sz="2400" i="1" u="sng" dirty="0">
                <a:solidFill>
                  <a:schemeClr val="hlink"/>
                </a:solidFill>
              </a:rPr>
              <a:t>id</a:t>
            </a:r>
            <a:r>
              <a:rPr lang="en-US" sz="2400" u="sng" dirty="0">
                <a:solidFill>
                  <a:schemeClr val="hlink"/>
                </a:solidFill>
              </a:rPr>
              <a:t>: integer</a:t>
            </a:r>
            <a:r>
              <a:rPr lang="en-US" sz="2400" dirty="0">
                <a:solidFill>
                  <a:schemeClr val="hlink"/>
                </a:solidFill>
              </a:rPr>
              <a:t>, </a:t>
            </a:r>
            <a:r>
              <a:rPr lang="en-US" sz="2400" i="1" dirty="0">
                <a:solidFill>
                  <a:schemeClr val="hlink"/>
                </a:solidFill>
              </a:rPr>
              <a:t>day</a:t>
            </a:r>
            <a:r>
              <a:rPr lang="en-US" sz="2400" dirty="0">
                <a:solidFill>
                  <a:schemeClr val="hlink"/>
                </a:solidFill>
              </a:rPr>
              <a:t>: date, </a:t>
            </a:r>
            <a:r>
              <a:rPr lang="en-US" sz="2400" i="1" dirty="0">
                <a:solidFill>
                  <a:schemeClr val="hlink"/>
                </a:solidFill>
              </a:rPr>
              <a:t>grade</a:t>
            </a:r>
            <a:r>
              <a:rPr lang="en-US" sz="2400" dirty="0">
                <a:solidFill>
                  <a:schemeClr val="hlink"/>
                </a:solidFill>
              </a:rPr>
              <a:t>: integer)</a:t>
            </a:r>
          </a:p>
          <a:p>
            <a:pPr marL="228600" indent="-228600">
              <a:spcBef>
                <a:spcPct val="0"/>
              </a:spcBef>
              <a:buClrTx/>
              <a:buSzTx/>
              <a:buFontTx/>
              <a:buChar char="•"/>
            </a:pPr>
            <a:endParaRPr lang="en-US" sz="2400" dirty="0">
              <a:solidFill>
                <a:schemeClr val="hlink"/>
              </a:solidFill>
            </a:endParaRPr>
          </a:p>
          <a:p>
            <a:pPr marL="228600" indent="-228600" eaLnBrk="1" hangingPunct="1">
              <a:buFont typeface="Wingdings" pitchFamily="2" charset="2"/>
              <a:buChar char="n"/>
            </a:pPr>
            <a:r>
              <a:rPr lang="en-US" sz="2800" dirty="0"/>
              <a:t> </a:t>
            </a:r>
            <a:r>
              <a:rPr lang="en-US" sz="2800" i="1" dirty="0"/>
              <a:t>Students</a:t>
            </a:r>
            <a:r>
              <a:rPr lang="en-US" sz="2800" dirty="0"/>
              <a:t>:</a:t>
            </a:r>
          </a:p>
          <a:p>
            <a:pPr marL="749300" lvl="1" indent="-177800" eaLnBrk="1" hangingPunct="1">
              <a:buSzPct val="75000"/>
            </a:pPr>
            <a:r>
              <a:rPr lang="en-US" sz="2000" dirty="0"/>
              <a:t> </a:t>
            </a:r>
            <a:r>
              <a:rPr lang="en-US" sz="2000" dirty="0" err="1"/>
              <a:t>Fiecare</a:t>
            </a:r>
            <a:r>
              <a:rPr lang="en-US" sz="2000" dirty="0"/>
              <a:t> </a:t>
            </a:r>
            <a:r>
              <a:rPr lang="en-US" sz="2000" dirty="0" err="1"/>
              <a:t>înregistrare</a:t>
            </a:r>
            <a:r>
              <a:rPr lang="en-US" sz="2000" dirty="0"/>
              <a:t> are o </a:t>
            </a:r>
            <a:r>
              <a:rPr lang="en-US" sz="2000" dirty="0" err="1"/>
              <a:t>lungime</a:t>
            </a:r>
            <a:r>
              <a:rPr lang="en-US" sz="2000" dirty="0"/>
              <a:t> de 50 bytes.  </a:t>
            </a:r>
          </a:p>
          <a:p>
            <a:pPr marL="749300" lvl="1" indent="-177800" eaLnBrk="1" hangingPunct="1">
              <a:buSzPct val="75000"/>
            </a:pPr>
            <a:r>
              <a:rPr lang="en-US" sz="2000" dirty="0"/>
              <a:t> 80 </a:t>
            </a:r>
            <a:r>
              <a:rPr lang="en-US" sz="2000" dirty="0" err="1"/>
              <a:t>înregistr</a:t>
            </a:r>
            <a:r>
              <a:rPr lang="vi-VN" sz="2000" dirty="0"/>
              <a:t>ă</a:t>
            </a:r>
            <a:r>
              <a:rPr lang="en-US" sz="2000" dirty="0" err="1"/>
              <a:t>ri</a:t>
            </a:r>
            <a:r>
              <a:rPr lang="en-US" sz="2000" dirty="0"/>
              <a:t> </a:t>
            </a:r>
            <a:r>
              <a:rPr lang="en-US" sz="2000" dirty="0" err="1"/>
              <a:t>pe</a:t>
            </a:r>
            <a:r>
              <a:rPr lang="en-US" sz="2000" dirty="0"/>
              <a:t> </a:t>
            </a:r>
            <a:r>
              <a:rPr lang="en-US" sz="2000" dirty="0" err="1"/>
              <a:t>pagin</a:t>
            </a:r>
            <a:r>
              <a:rPr lang="vi-VN" sz="2000" dirty="0"/>
              <a:t>ă</a:t>
            </a:r>
            <a:r>
              <a:rPr lang="en-US" sz="2000" dirty="0"/>
              <a:t>, 500 </a:t>
            </a:r>
            <a:r>
              <a:rPr lang="en-US" sz="2000" dirty="0" err="1"/>
              <a:t>pagini</a:t>
            </a:r>
            <a:r>
              <a:rPr lang="en-US" sz="2000" dirty="0"/>
              <a:t>. </a:t>
            </a:r>
          </a:p>
          <a:p>
            <a:pPr marL="228600" indent="-228600" eaLnBrk="1" hangingPunct="1">
              <a:buFont typeface="Wingdings" pitchFamily="2" charset="2"/>
              <a:buChar char="n"/>
            </a:pPr>
            <a:r>
              <a:rPr lang="en-US" sz="2800" dirty="0"/>
              <a:t> </a:t>
            </a:r>
            <a:r>
              <a:rPr lang="en-US" sz="2800" i="1" dirty="0"/>
              <a:t>Courses</a:t>
            </a:r>
            <a:r>
              <a:rPr lang="en-US" sz="2800" dirty="0"/>
              <a:t>:</a:t>
            </a:r>
          </a:p>
          <a:p>
            <a:pPr marL="749300" lvl="1" indent="-177800" eaLnBrk="1" hangingPunct="1">
              <a:buSzPct val="75000"/>
            </a:pPr>
            <a:r>
              <a:rPr lang="en-US" sz="2000" dirty="0"/>
              <a:t> </a:t>
            </a:r>
            <a:r>
              <a:rPr lang="en-US" sz="2000" dirty="0" err="1"/>
              <a:t>Lungime</a:t>
            </a:r>
            <a:r>
              <a:rPr lang="en-US" sz="2000" dirty="0"/>
              <a:t> </a:t>
            </a:r>
            <a:r>
              <a:rPr lang="en-US" sz="2000" dirty="0" err="1"/>
              <a:t>înregistrare</a:t>
            </a:r>
            <a:r>
              <a:rPr lang="en-US" sz="2000" dirty="0"/>
              <a:t> 50 bytes,</a:t>
            </a:r>
          </a:p>
          <a:p>
            <a:pPr marL="749300" lvl="1" indent="-177800" eaLnBrk="1" hangingPunct="1">
              <a:buSzPct val="75000"/>
            </a:pPr>
            <a:r>
              <a:rPr lang="en-US" sz="2000" dirty="0"/>
              <a:t> 80 </a:t>
            </a:r>
            <a:r>
              <a:rPr lang="en-US" sz="2000" dirty="0" err="1"/>
              <a:t>înregistr</a:t>
            </a:r>
            <a:r>
              <a:rPr lang="vi-VN" sz="2000" dirty="0"/>
              <a:t>ă</a:t>
            </a:r>
            <a:r>
              <a:rPr lang="en-US" sz="2000" dirty="0" err="1"/>
              <a:t>ri</a:t>
            </a:r>
            <a:r>
              <a:rPr lang="en-US" sz="2000" dirty="0"/>
              <a:t> </a:t>
            </a:r>
            <a:r>
              <a:rPr lang="en-US" sz="2000" dirty="0" err="1"/>
              <a:t>pe</a:t>
            </a:r>
            <a:r>
              <a:rPr lang="en-US" sz="2000" dirty="0"/>
              <a:t> </a:t>
            </a:r>
            <a:r>
              <a:rPr lang="en-US" sz="2000" dirty="0" err="1"/>
              <a:t>pagin</a:t>
            </a:r>
            <a:r>
              <a:rPr lang="vi-VN" sz="2000" dirty="0"/>
              <a:t>ă</a:t>
            </a:r>
            <a:r>
              <a:rPr lang="en-US" sz="2000" dirty="0"/>
              <a:t>, 100 </a:t>
            </a:r>
            <a:r>
              <a:rPr lang="en-US" sz="2000" dirty="0" err="1"/>
              <a:t>pagini</a:t>
            </a:r>
            <a:r>
              <a:rPr lang="en-US" sz="2000" dirty="0"/>
              <a:t>. </a:t>
            </a:r>
          </a:p>
          <a:p>
            <a:pPr marL="228600" indent="-228600" eaLnBrk="1" hangingPunct="1">
              <a:buFont typeface="Wingdings" pitchFamily="2" charset="2"/>
              <a:buChar char="n"/>
            </a:pPr>
            <a:r>
              <a:rPr lang="en-US" sz="2800" dirty="0"/>
              <a:t> </a:t>
            </a:r>
            <a:r>
              <a:rPr lang="en-US" sz="2800" i="1" dirty="0"/>
              <a:t>Evaluations</a:t>
            </a:r>
            <a:r>
              <a:rPr lang="en-US" sz="2800" dirty="0"/>
              <a:t>:</a:t>
            </a:r>
          </a:p>
          <a:p>
            <a:pPr marL="749300" lvl="1" indent="-177800" eaLnBrk="1" hangingPunct="1">
              <a:buSzPct val="75000"/>
            </a:pPr>
            <a:r>
              <a:rPr lang="en-US" sz="2000" dirty="0"/>
              <a:t> </a:t>
            </a:r>
            <a:r>
              <a:rPr lang="en-US" sz="2000" dirty="0" err="1"/>
              <a:t>Lungime</a:t>
            </a:r>
            <a:r>
              <a:rPr lang="en-US" sz="2000" dirty="0"/>
              <a:t> </a:t>
            </a:r>
            <a:r>
              <a:rPr lang="en-US" sz="2000" dirty="0" err="1"/>
              <a:t>înregistrare</a:t>
            </a:r>
            <a:r>
              <a:rPr lang="en-US" sz="2000" dirty="0"/>
              <a:t> 40 bytes,  </a:t>
            </a:r>
          </a:p>
          <a:p>
            <a:pPr marL="749300" lvl="1" indent="-177800" eaLnBrk="1" hangingPunct="1">
              <a:buSzPct val="75000"/>
            </a:pPr>
            <a:r>
              <a:rPr lang="en-US" sz="2000" dirty="0"/>
              <a:t> 100 </a:t>
            </a:r>
            <a:r>
              <a:rPr lang="en-US" sz="2000" dirty="0" err="1"/>
              <a:t>înregistr</a:t>
            </a:r>
            <a:r>
              <a:rPr lang="vi-VN" sz="2000" dirty="0"/>
              <a:t>ă</a:t>
            </a:r>
            <a:r>
              <a:rPr lang="en-US" sz="2000" dirty="0" err="1"/>
              <a:t>ri</a:t>
            </a:r>
            <a:r>
              <a:rPr lang="en-US" sz="2000" dirty="0"/>
              <a:t> </a:t>
            </a:r>
            <a:r>
              <a:rPr lang="en-US" sz="2000" dirty="0" err="1"/>
              <a:t>pe</a:t>
            </a:r>
            <a:r>
              <a:rPr lang="en-US" sz="2000" dirty="0"/>
              <a:t> </a:t>
            </a:r>
            <a:r>
              <a:rPr lang="en-US" sz="2000" dirty="0" err="1"/>
              <a:t>pagin</a:t>
            </a:r>
            <a:r>
              <a:rPr lang="vi-VN" sz="2000" dirty="0"/>
              <a:t>ă</a:t>
            </a:r>
            <a:r>
              <a:rPr lang="en-US" sz="2000" dirty="0"/>
              <a:t>, 1000 </a:t>
            </a:r>
            <a:r>
              <a:rPr lang="en-US" sz="2000" dirty="0" err="1"/>
              <a:t>pagini</a:t>
            </a:r>
            <a:r>
              <a:rPr lang="en-US" sz="2000" dirty="0"/>
              <a:t>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1" name="Rectangle 2"/>
          <p:cNvSpPr>
            <a:spLocks noGrp="1" noChangeArrowheads="1"/>
          </p:cNvSpPr>
          <p:nvPr>
            <p:ph type="ctrTitle" idx="4294967295"/>
          </p:nvPr>
        </p:nvSpPr>
        <p:spPr>
          <a:xfrm>
            <a:off x="685800" y="-57329"/>
            <a:ext cx="11125200" cy="1200329"/>
          </a:xfrm>
          <a:noFill/>
        </p:spPr>
        <p:txBody>
          <a:bodyPr/>
          <a:lstStyle/>
          <a:p>
            <a:pPr eaLnBrk="1" hangingPunct="1"/>
            <a:r>
              <a:rPr lang="en-US" dirty="0" err="1"/>
              <a:t>Implementare</a:t>
            </a:r>
            <a:r>
              <a:rPr lang="en-US" dirty="0"/>
              <a:t> </a:t>
            </a:r>
            <a:r>
              <a:rPr lang="en-US" i="1" dirty="0"/>
              <a:t>join</a:t>
            </a:r>
            <a:r>
              <a:rPr lang="en-US" dirty="0"/>
              <a:t> </a:t>
            </a:r>
            <a:r>
              <a:rPr lang="en-US" dirty="0" err="1"/>
              <a:t>bazat</a:t>
            </a:r>
            <a:r>
              <a:rPr lang="en-US" dirty="0"/>
              <a:t> pe </a:t>
            </a:r>
            <a:r>
              <a:rPr lang="en-US" dirty="0" err="1"/>
              <a:t>egalitatea</a:t>
            </a:r>
            <a:r>
              <a:rPr lang="en-US" dirty="0"/>
              <a:t> a </a:t>
            </a:r>
            <a:r>
              <a:rPr lang="en-US" dirty="0" err="1"/>
              <a:t>dou</a:t>
            </a:r>
            <a:r>
              <a:rPr lang="ro-RO" dirty="0"/>
              <a:t>ă</a:t>
            </a:r>
            <a:r>
              <a:rPr lang="en-US" dirty="0"/>
              <a:t> </a:t>
            </a:r>
            <a:r>
              <a:rPr lang="en-US" dirty="0" err="1"/>
              <a:t>câmp</a:t>
            </a:r>
            <a:r>
              <a:rPr lang="ro-RO" dirty="0"/>
              <a:t>uri</a:t>
            </a:r>
            <a:endParaRPr lang="en-US" dirty="0"/>
          </a:p>
        </p:txBody>
      </p:sp>
      <p:sp>
        <p:nvSpPr>
          <p:cNvPr id="7172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2971800" y="3375298"/>
            <a:ext cx="8458200" cy="3581400"/>
          </a:xfrm>
          <a:noFill/>
        </p:spPr>
        <p:txBody>
          <a:bodyPr/>
          <a:lstStyle/>
          <a:p>
            <a:pPr algn="ctr" eaLnBrk="1" hangingPunct="1"/>
            <a:r>
              <a:rPr lang="en-US" sz="2400" dirty="0">
                <a:solidFill>
                  <a:schemeClr val="tx1"/>
                </a:solidFill>
              </a:rPr>
              <a:t>≡ </a:t>
            </a:r>
          </a:p>
          <a:p>
            <a:pPr algn="ctr" eaLnBrk="1" hangingPunct="1"/>
            <a:r>
              <a:rPr lang="en-US" sz="2400" dirty="0">
                <a:solidFill>
                  <a:schemeClr val="tx1"/>
                </a:solidFill>
              </a:rPr>
              <a:t>R </a:t>
            </a:r>
            <a:r>
              <a:rPr lang="en-US" sz="2800" b="1" dirty="0">
                <a:solidFill>
                  <a:schemeClr val="tx1"/>
                </a:solidFill>
                <a:sym typeface="Symbol" pitchFamily="18" charset="2"/>
              </a:rPr>
              <a:t></a:t>
            </a:r>
            <a:r>
              <a:rPr lang="en-US" sz="2400" dirty="0">
                <a:solidFill>
                  <a:schemeClr val="tx1"/>
                </a:solidFill>
              </a:rPr>
              <a:t> S</a:t>
            </a:r>
          </a:p>
          <a:p>
            <a:pPr marL="228600" indent="-228600" eaLnBrk="1" hangingPunct="1">
              <a:buFont typeface="Wingdings" pitchFamily="2" charset="2"/>
              <a:buChar char="n"/>
            </a:pPr>
            <a:endParaRPr lang="en-US" sz="2400" dirty="0"/>
          </a:p>
          <a:p>
            <a:pPr algn="ctr" eaLnBrk="1" hangingPunct="1"/>
            <a:r>
              <a:rPr lang="en-US" sz="2400" dirty="0" err="1"/>
              <a:t>Produsul</a:t>
            </a:r>
            <a:r>
              <a:rPr lang="en-US" sz="2400" dirty="0"/>
              <a:t> </a:t>
            </a:r>
            <a:r>
              <a:rPr lang="en-US" sz="2400" dirty="0" err="1"/>
              <a:t>cartezian</a:t>
            </a:r>
            <a:r>
              <a:rPr lang="en-US" sz="2400" dirty="0"/>
              <a:t> R </a:t>
            </a:r>
            <a:r>
              <a:rPr lang="en-US" sz="2400" dirty="0">
                <a:sym typeface="Symbol" pitchFamily="18" charset="2"/>
              </a:rPr>
              <a:t></a:t>
            </a:r>
            <a:r>
              <a:rPr lang="en-US" sz="2400" dirty="0"/>
              <a:t> S </a:t>
            </a:r>
            <a:r>
              <a:rPr lang="en-US" sz="2400" dirty="0" err="1"/>
              <a:t>este</a:t>
            </a:r>
            <a:r>
              <a:rPr lang="en-US" sz="2400" dirty="0"/>
              <a:t> </a:t>
            </a:r>
            <a:r>
              <a:rPr lang="en-US" sz="2400" dirty="0" err="1"/>
              <a:t>în</a:t>
            </a:r>
            <a:r>
              <a:rPr lang="en-US" sz="2400" dirty="0"/>
              <a:t> general </a:t>
            </a:r>
            <a:r>
              <a:rPr lang="en-US" sz="2400" dirty="0" err="1"/>
              <a:t>voluminos</a:t>
            </a:r>
            <a:r>
              <a:rPr lang="en-US" sz="2400" dirty="0"/>
              <a:t>. Deci, </a:t>
            </a:r>
            <a:r>
              <a:rPr lang="en-US" sz="2400" dirty="0" err="1"/>
              <a:t>implementarea</a:t>
            </a:r>
            <a:r>
              <a:rPr lang="en-US" sz="2400" dirty="0"/>
              <a:t> </a:t>
            </a:r>
            <a:r>
              <a:rPr lang="en-US" sz="2400" dirty="0" err="1"/>
              <a:t>prin</a:t>
            </a:r>
            <a:r>
              <a:rPr lang="en-US" sz="2400" dirty="0"/>
              <a:t> R </a:t>
            </a:r>
            <a:r>
              <a:rPr lang="en-US" sz="2400" dirty="0">
                <a:sym typeface="Symbol" pitchFamily="18" charset="2"/>
              </a:rPr>
              <a:t> </a:t>
            </a:r>
            <a:r>
              <a:rPr lang="en-US" sz="2400" dirty="0"/>
              <a:t>S </a:t>
            </a:r>
            <a:r>
              <a:rPr lang="en-US" sz="2400" dirty="0" err="1"/>
              <a:t>urmat</a:t>
            </a:r>
            <a:r>
              <a:rPr lang="en-US" sz="2400" dirty="0"/>
              <a:t> de o </a:t>
            </a:r>
            <a:r>
              <a:rPr lang="en-US" sz="2400" dirty="0" err="1"/>
              <a:t>selecţie</a:t>
            </a:r>
            <a:r>
              <a:rPr lang="en-US" sz="2400" dirty="0"/>
              <a:t> e </a:t>
            </a:r>
            <a:r>
              <a:rPr lang="en-US" sz="2400" dirty="0" err="1"/>
              <a:t>ineficientă</a:t>
            </a:r>
            <a:r>
              <a:rPr lang="en-US" sz="2400" dirty="0"/>
              <a:t>.</a:t>
            </a:r>
          </a:p>
        </p:txBody>
      </p:sp>
      <p:sp>
        <p:nvSpPr>
          <p:cNvPr id="7173" name="Rectangle 4"/>
          <p:cNvSpPr>
            <a:spLocks noChangeArrowheads="1"/>
          </p:cNvSpPr>
          <p:nvPr/>
        </p:nvSpPr>
        <p:spPr bwMode="auto">
          <a:xfrm>
            <a:off x="4381500" y="2057400"/>
            <a:ext cx="5876610" cy="10130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sz="2000" b="1" dirty="0">
                <a:latin typeface="Courier New" pitchFamily="49" charset="0"/>
                <a:cs typeface="Courier New" pitchFamily="49" charset="0"/>
              </a:rPr>
              <a:t>SELECT  *</a:t>
            </a:r>
          </a:p>
          <a:p>
            <a:pPr eaLnBrk="0" hangingPunct="0"/>
            <a:r>
              <a:rPr lang="en-US" sz="2000" b="1" dirty="0">
                <a:latin typeface="Courier New" pitchFamily="49" charset="0"/>
                <a:cs typeface="Courier New" pitchFamily="49" charset="0"/>
              </a:rPr>
              <a:t>FROM Evaluations R </a:t>
            </a:r>
            <a:br>
              <a:rPr lang="en-US" sz="2000" b="1" dirty="0">
                <a:latin typeface="Courier New" pitchFamily="49" charset="0"/>
                <a:cs typeface="Courier New" pitchFamily="49" charset="0"/>
              </a:rPr>
            </a:br>
            <a:r>
              <a:rPr lang="en-US" sz="2000" b="1" dirty="0">
                <a:latin typeface="Courier New" pitchFamily="49" charset="0"/>
                <a:cs typeface="Courier New" pitchFamily="49" charset="0"/>
              </a:rPr>
              <a:t>INNER JOIN Students S ON </a:t>
            </a:r>
            <a:r>
              <a:rPr lang="en-US" sz="2000" b="1" dirty="0" err="1">
                <a:latin typeface="Courier New" pitchFamily="49" charset="0"/>
                <a:cs typeface="Courier New" pitchFamily="49" charset="0"/>
              </a:rPr>
              <a:t>R.sid</a:t>
            </a:r>
            <a:r>
              <a:rPr lang="en-US" sz="2000" b="1" dirty="0">
                <a:latin typeface="Courier New" pitchFamily="49" charset="0"/>
                <a:cs typeface="Courier New" pitchFamily="49" charset="0"/>
              </a:rPr>
              <a:t>=</a:t>
            </a:r>
            <a:r>
              <a:rPr lang="en-US" sz="2000" b="1" dirty="0" err="1">
                <a:latin typeface="Courier New" pitchFamily="49" charset="0"/>
                <a:cs typeface="Courier New" pitchFamily="49" charset="0"/>
              </a:rPr>
              <a:t>S.sid</a:t>
            </a:r>
            <a:endParaRPr lang="en-US" sz="2000" b="1" dirty="0">
              <a:latin typeface="Courier New" pitchFamily="49" charset="0"/>
              <a:cs typeface="Courier New" pitchFamily="49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1" name="Rectangle 2"/>
          <p:cNvSpPr>
            <a:spLocks noGrp="1" noChangeArrowheads="1"/>
          </p:cNvSpPr>
          <p:nvPr>
            <p:ph type="ctrTitle" idx="4294967295"/>
          </p:nvPr>
        </p:nvSpPr>
        <p:spPr>
          <a:xfrm>
            <a:off x="685800" y="-57329"/>
            <a:ext cx="11125200" cy="1200329"/>
          </a:xfrm>
          <a:noFill/>
        </p:spPr>
        <p:txBody>
          <a:bodyPr/>
          <a:lstStyle/>
          <a:p>
            <a:pPr eaLnBrk="1" hangingPunct="1"/>
            <a:r>
              <a:rPr lang="en-US" dirty="0" err="1"/>
              <a:t>Implementare</a:t>
            </a:r>
            <a:r>
              <a:rPr lang="en-US" dirty="0"/>
              <a:t> </a:t>
            </a:r>
            <a:r>
              <a:rPr lang="en-US" i="1" dirty="0"/>
              <a:t>join</a:t>
            </a:r>
            <a:r>
              <a:rPr lang="en-US" dirty="0"/>
              <a:t> </a:t>
            </a:r>
            <a:r>
              <a:rPr lang="en-US" dirty="0" err="1"/>
              <a:t>bazat</a:t>
            </a:r>
            <a:r>
              <a:rPr lang="en-US" dirty="0"/>
              <a:t> pe </a:t>
            </a:r>
            <a:r>
              <a:rPr lang="en-US" dirty="0" err="1"/>
              <a:t>egalitatea</a:t>
            </a:r>
            <a:r>
              <a:rPr lang="en-US" dirty="0"/>
              <a:t> a </a:t>
            </a:r>
            <a:r>
              <a:rPr lang="en-US" dirty="0" err="1"/>
              <a:t>dou</a:t>
            </a:r>
            <a:r>
              <a:rPr lang="ro-RO" dirty="0"/>
              <a:t>ă</a:t>
            </a:r>
            <a:r>
              <a:rPr lang="en-US" dirty="0"/>
              <a:t> </a:t>
            </a:r>
            <a:r>
              <a:rPr lang="en-US" dirty="0" err="1"/>
              <a:t>câmp</a:t>
            </a:r>
            <a:r>
              <a:rPr lang="ro-RO" dirty="0"/>
              <a:t>uri</a:t>
            </a:r>
            <a:endParaRPr lang="en-US" dirty="0"/>
          </a:p>
        </p:txBody>
      </p:sp>
      <p:sp>
        <p:nvSpPr>
          <p:cNvPr id="7173" name="Rectangle 4"/>
          <p:cNvSpPr>
            <a:spLocks noChangeArrowheads="1"/>
          </p:cNvSpPr>
          <p:nvPr/>
        </p:nvSpPr>
        <p:spPr bwMode="auto">
          <a:xfrm>
            <a:off x="4381500" y="2034902"/>
            <a:ext cx="5876610" cy="10130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sz="2000" b="1" dirty="0">
                <a:latin typeface="Courier New" pitchFamily="49" charset="0"/>
                <a:cs typeface="Courier New" pitchFamily="49" charset="0"/>
              </a:rPr>
              <a:t>SELECT  *</a:t>
            </a:r>
          </a:p>
          <a:p>
            <a:pPr eaLnBrk="0" hangingPunct="0"/>
            <a:r>
              <a:rPr lang="en-US" sz="2000" b="1" dirty="0">
                <a:latin typeface="Courier New" pitchFamily="49" charset="0"/>
                <a:cs typeface="Courier New" pitchFamily="49" charset="0"/>
              </a:rPr>
              <a:t>FROM Evaluations R </a:t>
            </a:r>
            <a:br>
              <a:rPr lang="en-US" sz="2000" b="1" dirty="0">
                <a:latin typeface="Courier New" pitchFamily="49" charset="0"/>
                <a:cs typeface="Courier New" pitchFamily="49" charset="0"/>
              </a:rPr>
            </a:br>
            <a:r>
              <a:rPr lang="en-US" sz="2000" b="1" dirty="0">
                <a:latin typeface="Courier New" pitchFamily="49" charset="0"/>
                <a:cs typeface="Courier New" pitchFamily="49" charset="0"/>
              </a:rPr>
              <a:t>INNER JOIN Students S ON </a:t>
            </a:r>
            <a:r>
              <a:rPr lang="en-US" sz="2000" b="1" dirty="0" err="1">
                <a:latin typeface="Courier New" pitchFamily="49" charset="0"/>
                <a:cs typeface="Courier New" pitchFamily="49" charset="0"/>
              </a:rPr>
              <a:t>R.sid</a:t>
            </a:r>
            <a:r>
              <a:rPr lang="en-US" sz="2000" b="1" dirty="0">
                <a:latin typeface="Courier New" pitchFamily="49" charset="0"/>
                <a:cs typeface="Courier New" pitchFamily="49" charset="0"/>
              </a:rPr>
              <a:t>=</a:t>
            </a:r>
            <a:r>
              <a:rPr lang="en-US" sz="2000" b="1" dirty="0" err="1">
                <a:latin typeface="Courier New" pitchFamily="49" charset="0"/>
                <a:cs typeface="Courier New" pitchFamily="49" charset="0"/>
              </a:rPr>
              <a:t>S.sid</a:t>
            </a:r>
            <a:endParaRPr lang="en-US" sz="2000" b="1" dirty="0"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12BF0144-818B-40A3-B36D-1B83B81CF52F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3352800" y="3790209"/>
            <a:ext cx="8458200" cy="2362200"/>
          </a:xfrm>
          <a:noFill/>
        </p:spPr>
        <p:txBody>
          <a:bodyPr/>
          <a:lstStyle/>
          <a:p>
            <a:pPr marL="228600" indent="-228600" eaLnBrk="1" hangingPunct="1">
              <a:buFont typeface="Wingdings" pitchFamily="2" charset="2"/>
              <a:buChar char="n"/>
            </a:pPr>
            <a:endParaRPr lang="en-US" sz="2400" dirty="0"/>
          </a:p>
          <a:p>
            <a:pPr eaLnBrk="1" hangingPunct="1"/>
            <a:r>
              <a:rPr lang="en-US" sz="2400" dirty="0" err="1"/>
              <a:t>Notaţie</a:t>
            </a:r>
            <a:r>
              <a:rPr lang="en-US" sz="2400" dirty="0"/>
              <a:t>: M </a:t>
            </a:r>
            <a:r>
              <a:rPr lang="en-US" sz="2400" dirty="0" err="1"/>
              <a:t>pagini</a:t>
            </a:r>
            <a:r>
              <a:rPr lang="en-US" sz="2400" dirty="0"/>
              <a:t> </a:t>
            </a:r>
            <a:r>
              <a:rPr lang="en-US" sz="2400" dirty="0" err="1"/>
              <a:t>în</a:t>
            </a:r>
            <a:r>
              <a:rPr lang="en-US" sz="2400" dirty="0"/>
              <a:t> R, </a:t>
            </a:r>
            <a:r>
              <a:rPr lang="en-US" sz="2400" dirty="0" err="1"/>
              <a:t>p</a:t>
            </a:r>
            <a:r>
              <a:rPr lang="en-US" sz="2400" baseline="-25000" dirty="0" err="1"/>
              <a:t>R</a:t>
            </a:r>
            <a:r>
              <a:rPr lang="en-US" sz="2400" dirty="0"/>
              <a:t> </a:t>
            </a:r>
            <a:r>
              <a:rPr lang="en-US" sz="2400" dirty="0" err="1"/>
              <a:t>înregistrări</a:t>
            </a:r>
            <a:r>
              <a:rPr lang="en-US" sz="2400" dirty="0"/>
              <a:t> </a:t>
            </a:r>
            <a:r>
              <a:rPr lang="en-US" sz="2400" dirty="0" err="1"/>
              <a:t>pe</a:t>
            </a:r>
            <a:r>
              <a:rPr lang="en-US" sz="2400" dirty="0"/>
              <a:t> </a:t>
            </a:r>
            <a:r>
              <a:rPr lang="en-US" sz="2400" dirty="0" err="1"/>
              <a:t>pagină</a:t>
            </a:r>
            <a:r>
              <a:rPr lang="en-US" sz="2400" dirty="0"/>
              <a:t>, N </a:t>
            </a:r>
            <a:r>
              <a:rPr lang="en-US" sz="2400" dirty="0" err="1"/>
              <a:t>pagini</a:t>
            </a:r>
            <a:r>
              <a:rPr lang="en-US" sz="2400" dirty="0"/>
              <a:t> </a:t>
            </a:r>
            <a:r>
              <a:rPr lang="en-US" sz="2400" dirty="0" err="1"/>
              <a:t>în</a:t>
            </a:r>
            <a:r>
              <a:rPr lang="en-US" sz="2400" dirty="0"/>
              <a:t> S, </a:t>
            </a:r>
            <a:r>
              <a:rPr lang="en-US" sz="2400" dirty="0" err="1"/>
              <a:t>p</a:t>
            </a:r>
            <a:r>
              <a:rPr lang="en-US" sz="2400" baseline="-25000" dirty="0" err="1"/>
              <a:t>S</a:t>
            </a:r>
            <a:r>
              <a:rPr lang="en-US" sz="2400" dirty="0"/>
              <a:t>  </a:t>
            </a:r>
            <a:r>
              <a:rPr lang="en-US" sz="2400" dirty="0" err="1"/>
              <a:t>înregistrări</a:t>
            </a:r>
            <a:r>
              <a:rPr lang="en-US" sz="2400" dirty="0"/>
              <a:t> </a:t>
            </a:r>
            <a:r>
              <a:rPr lang="en-US" sz="2400" dirty="0" err="1"/>
              <a:t>pe</a:t>
            </a:r>
            <a:r>
              <a:rPr lang="en-US" sz="2400" dirty="0"/>
              <a:t> </a:t>
            </a:r>
            <a:r>
              <a:rPr lang="en-US" sz="2400" dirty="0" err="1"/>
              <a:t>pagină</a:t>
            </a:r>
            <a:r>
              <a:rPr lang="en-US" sz="2400" dirty="0"/>
              <a:t>.</a:t>
            </a:r>
          </a:p>
          <a:p>
            <a:pPr marL="228600" indent="-228600" eaLnBrk="1" hangingPunct="1">
              <a:buFont typeface="Wingdings" pitchFamily="2" charset="2"/>
              <a:buChar char="n"/>
            </a:pPr>
            <a:endParaRPr lang="en-US" sz="2400" dirty="0"/>
          </a:p>
          <a:p>
            <a:pPr marL="228600" indent="-228600" eaLnBrk="1" hangingPunct="1">
              <a:buFont typeface="Wingdings" pitchFamily="2" charset="2"/>
              <a:buChar char="n"/>
            </a:pP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38268699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1" name="Rectangle 2"/>
          <p:cNvSpPr>
            <a:spLocks noGrp="1" noChangeArrowheads="1"/>
          </p:cNvSpPr>
          <p:nvPr>
            <p:ph type="ctrTitle" idx="4294967295"/>
          </p:nvPr>
        </p:nvSpPr>
        <p:spPr>
          <a:xfrm>
            <a:off x="685800" y="-57329"/>
            <a:ext cx="11125200" cy="1200329"/>
          </a:xfrm>
          <a:noFill/>
        </p:spPr>
        <p:txBody>
          <a:bodyPr/>
          <a:lstStyle/>
          <a:p>
            <a:pPr eaLnBrk="1" hangingPunct="1"/>
            <a:r>
              <a:rPr lang="en-US" dirty="0" err="1"/>
              <a:t>Implementare</a:t>
            </a:r>
            <a:r>
              <a:rPr lang="en-US" dirty="0"/>
              <a:t> </a:t>
            </a:r>
            <a:r>
              <a:rPr lang="en-US" i="1" dirty="0"/>
              <a:t>join</a:t>
            </a:r>
            <a:r>
              <a:rPr lang="en-US" dirty="0"/>
              <a:t> </a:t>
            </a:r>
            <a:r>
              <a:rPr lang="en-US" dirty="0" err="1"/>
              <a:t>bazat</a:t>
            </a:r>
            <a:r>
              <a:rPr lang="en-US" dirty="0"/>
              <a:t> pe </a:t>
            </a:r>
            <a:r>
              <a:rPr lang="en-US" dirty="0" err="1"/>
              <a:t>egalitatea</a:t>
            </a:r>
            <a:r>
              <a:rPr lang="en-US" dirty="0"/>
              <a:t> a </a:t>
            </a:r>
            <a:r>
              <a:rPr lang="en-US" dirty="0" err="1"/>
              <a:t>dou</a:t>
            </a:r>
            <a:r>
              <a:rPr lang="ro-RO" dirty="0"/>
              <a:t>ă</a:t>
            </a:r>
            <a:r>
              <a:rPr lang="en-US" dirty="0"/>
              <a:t> </a:t>
            </a:r>
            <a:r>
              <a:rPr lang="en-US" dirty="0" err="1"/>
              <a:t>câmp</a:t>
            </a:r>
            <a:r>
              <a:rPr lang="ro-RO" dirty="0"/>
              <a:t>uri</a:t>
            </a:r>
            <a:endParaRPr lang="en-US" dirty="0"/>
          </a:p>
        </p:txBody>
      </p:sp>
      <p:sp>
        <p:nvSpPr>
          <p:cNvPr id="7173" name="Rectangle 4"/>
          <p:cNvSpPr>
            <a:spLocks noChangeArrowheads="1"/>
          </p:cNvSpPr>
          <p:nvPr/>
        </p:nvSpPr>
        <p:spPr bwMode="auto">
          <a:xfrm>
            <a:off x="4381500" y="2034902"/>
            <a:ext cx="5876610" cy="10130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sz="2000" b="1" dirty="0">
                <a:latin typeface="Courier New" pitchFamily="49" charset="0"/>
                <a:cs typeface="Courier New" pitchFamily="49" charset="0"/>
              </a:rPr>
              <a:t>SELECT  *</a:t>
            </a:r>
          </a:p>
          <a:p>
            <a:pPr eaLnBrk="0" hangingPunct="0"/>
            <a:r>
              <a:rPr lang="en-US" sz="2000" b="1" dirty="0">
                <a:latin typeface="Courier New" pitchFamily="49" charset="0"/>
                <a:cs typeface="Courier New" pitchFamily="49" charset="0"/>
              </a:rPr>
              <a:t>FROM Evaluations R </a:t>
            </a:r>
            <a:br>
              <a:rPr lang="en-US" sz="2000" b="1" dirty="0">
                <a:latin typeface="Courier New" pitchFamily="49" charset="0"/>
                <a:cs typeface="Courier New" pitchFamily="49" charset="0"/>
              </a:rPr>
            </a:br>
            <a:r>
              <a:rPr lang="en-US" sz="2000" b="1" dirty="0">
                <a:latin typeface="Courier New" pitchFamily="49" charset="0"/>
                <a:cs typeface="Courier New" pitchFamily="49" charset="0"/>
              </a:rPr>
              <a:t>INNER JOIN Students S ON </a:t>
            </a:r>
            <a:r>
              <a:rPr lang="en-US" sz="2000" b="1" dirty="0" err="1">
                <a:latin typeface="Courier New" pitchFamily="49" charset="0"/>
                <a:cs typeface="Courier New" pitchFamily="49" charset="0"/>
              </a:rPr>
              <a:t>R.sid</a:t>
            </a:r>
            <a:r>
              <a:rPr lang="en-US" sz="2000" b="1" dirty="0">
                <a:latin typeface="Courier New" pitchFamily="49" charset="0"/>
                <a:cs typeface="Courier New" pitchFamily="49" charset="0"/>
              </a:rPr>
              <a:t>=</a:t>
            </a:r>
            <a:r>
              <a:rPr lang="en-US" sz="2000" b="1" dirty="0" err="1">
                <a:latin typeface="Courier New" pitchFamily="49" charset="0"/>
                <a:cs typeface="Courier New" pitchFamily="49" charset="0"/>
              </a:rPr>
              <a:t>S.sid</a:t>
            </a:r>
            <a:endParaRPr lang="en-US" sz="2000" b="1" dirty="0"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1F4D8CAC-8F01-45CE-A151-EE343034DB88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3292929" y="3429000"/>
            <a:ext cx="8458200" cy="3048000"/>
          </a:xfrm>
          <a:noFill/>
        </p:spPr>
        <p:txBody>
          <a:bodyPr/>
          <a:lstStyle/>
          <a:p>
            <a:pPr marL="228600" indent="-228600" eaLnBrk="1" hangingPunct="1">
              <a:buFont typeface="Wingdings" pitchFamily="2" charset="2"/>
              <a:buChar char="n"/>
            </a:pPr>
            <a:endParaRPr lang="en-US" sz="2400" dirty="0"/>
          </a:p>
          <a:p>
            <a:pPr marL="228600" indent="-228600" eaLnBrk="1" hangingPunct="1">
              <a:buFont typeface="Wingdings" pitchFamily="2" charset="2"/>
              <a:buChar char="n"/>
            </a:pPr>
            <a:endParaRPr lang="en-US" sz="2400" dirty="0"/>
          </a:p>
          <a:p>
            <a:pPr marL="228600" indent="-228600" eaLnBrk="1" hangingPunct="1">
              <a:buFont typeface="Wingdings" pitchFamily="2" charset="2"/>
              <a:buChar char="n"/>
            </a:pPr>
            <a:endParaRPr lang="en-US" sz="2400" dirty="0"/>
          </a:p>
          <a:p>
            <a:pPr eaLnBrk="1" hangingPunct="1"/>
            <a:r>
              <a:rPr lang="ro-RO" sz="2400" i="1" dirty="0">
                <a:solidFill>
                  <a:schemeClr val="folHlink"/>
                </a:solidFill>
              </a:rPr>
              <a:t>   </a:t>
            </a:r>
            <a:r>
              <a:rPr lang="en-US" sz="2400" i="1" dirty="0">
                <a:solidFill>
                  <a:schemeClr val="folHlink"/>
                </a:solidFill>
              </a:rPr>
              <a:t> </a:t>
            </a:r>
            <a:r>
              <a:rPr lang="en-US" sz="2400" i="1" dirty="0" err="1">
                <a:solidFill>
                  <a:schemeClr val="folHlink"/>
                </a:solidFill>
              </a:rPr>
              <a:t>Metrica</a:t>
            </a:r>
            <a:r>
              <a:rPr lang="en-US" sz="2400" i="1" dirty="0">
                <a:solidFill>
                  <a:schemeClr val="folHlink"/>
                </a:solidFill>
              </a:rPr>
              <a:t> </a:t>
            </a:r>
            <a:r>
              <a:rPr lang="en-US" sz="2400" i="1" dirty="0" err="1">
                <a:solidFill>
                  <a:schemeClr val="folHlink"/>
                </a:solidFill>
              </a:rPr>
              <a:t>folosit</a:t>
            </a:r>
            <a:r>
              <a:rPr lang="vi-VN" sz="2400" i="1" dirty="0">
                <a:solidFill>
                  <a:schemeClr val="folHlink"/>
                </a:solidFill>
              </a:rPr>
              <a:t>ă</a:t>
            </a:r>
            <a:r>
              <a:rPr lang="en-US" sz="2400" dirty="0"/>
              <a:t>:  </a:t>
            </a:r>
            <a:r>
              <a:rPr lang="en-US" sz="2400" dirty="0" err="1"/>
              <a:t>numărul</a:t>
            </a:r>
            <a:r>
              <a:rPr lang="en-US" sz="2400" dirty="0"/>
              <a:t> de </a:t>
            </a:r>
            <a:r>
              <a:rPr lang="en-US" sz="2400" dirty="0" err="1"/>
              <a:t>pagini</a:t>
            </a:r>
            <a:r>
              <a:rPr lang="en-US" sz="2400" dirty="0"/>
              <a:t> </a:t>
            </a:r>
            <a:r>
              <a:rPr lang="en-US" sz="2400" dirty="0" err="1"/>
              <a:t>citite</a:t>
            </a:r>
            <a:r>
              <a:rPr lang="en-US" sz="2400" dirty="0"/>
              <a:t>/</a:t>
            </a:r>
            <a:r>
              <a:rPr lang="en-US" sz="2400" dirty="0" err="1"/>
              <a:t>salvate</a:t>
            </a:r>
            <a:r>
              <a:rPr lang="en-US" sz="2400" dirty="0">
                <a:cs typeface="Times New Roman" pitchFamily="18" charset="0"/>
              </a:rPr>
              <a:t> (I/</a:t>
            </a:r>
            <a:r>
              <a:rPr lang="en-US" sz="2400" dirty="0" err="1">
                <a:cs typeface="Times New Roman" pitchFamily="18" charset="0"/>
              </a:rPr>
              <a:t>Os</a:t>
            </a:r>
            <a:r>
              <a:rPr lang="en-US" sz="2400" dirty="0">
                <a:cs typeface="Times New Roman" pitchFamily="18" charset="0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365607649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5" name="Rectangle 2"/>
          <p:cNvSpPr>
            <a:spLocks noGrp="1" noChangeArrowheads="1"/>
          </p:cNvSpPr>
          <p:nvPr>
            <p:ph type="ctrTitle" idx="4294967295"/>
          </p:nvPr>
        </p:nvSpPr>
        <p:spPr>
          <a:xfrm>
            <a:off x="685800" y="634426"/>
            <a:ext cx="9982200" cy="584775"/>
          </a:xfrm>
          <a:noFill/>
        </p:spPr>
        <p:txBody>
          <a:bodyPr/>
          <a:lstStyle/>
          <a:p>
            <a:pPr eaLnBrk="1" hangingPunct="1"/>
            <a:r>
              <a:rPr lang="en-US" sz="3200" dirty="0" err="1"/>
              <a:t>Tehnici</a:t>
            </a:r>
            <a:r>
              <a:rPr lang="en-US" sz="3200" dirty="0"/>
              <a:t> de </a:t>
            </a:r>
            <a:r>
              <a:rPr lang="en-US" sz="3200" dirty="0" err="1"/>
              <a:t>implementare</a:t>
            </a:r>
            <a:r>
              <a:rPr lang="en-US" sz="3200" dirty="0"/>
              <a:t> a </a:t>
            </a:r>
            <a:r>
              <a:rPr lang="en-US" sz="3200" dirty="0" err="1"/>
              <a:t>operatorului</a:t>
            </a:r>
            <a:r>
              <a:rPr lang="en-US" sz="3200" dirty="0"/>
              <a:t> </a:t>
            </a:r>
            <a:r>
              <a:rPr lang="en-US" sz="3200" i="1" dirty="0"/>
              <a:t>Join</a:t>
            </a:r>
          </a:p>
        </p:txBody>
      </p:sp>
      <p:sp>
        <p:nvSpPr>
          <p:cNvPr id="8196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3729842" y="1676400"/>
            <a:ext cx="8458200" cy="4876800"/>
          </a:xfrm>
          <a:noFill/>
        </p:spPr>
        <p:txBody>
          <a:bodyPr/>
          <a:lstStyle/>
          <a:p>
            <a:pPr marL="228600" indent="-228600" eaLnBrk="1" hangingPunct="1">
              <a:buFont typeface="Wingdings" pitchFamily="2" charset="2"/>
              <a:buChar char="n"/>
            </a:pPr>
            <a:r>
              <a:rPr lang="en-US" dirty="0"/>
              <a:t> </a:t>
            </a:r>
            <a:r>
              <a:rPr lang="en-US" dirty="0" err="1"/>
              <a:t>Itera</a:t>
            </a:r>
            <a:r>
              <a:rPr lang="ro-RO" dirty="0"/>
              <a:t>r</a:t>
            </a:r>
            <a:r>
              <a:rPr lang="en-US" dirty="0"/>
              <a:t>e  </a:t>
            </a:r>
          </a:p>
          <a:p>
            <a:pPr marL="749300" lvl="1" indent="-177800" eaLnBrk="1" hangingPunct="1"/>
            <a:r>
              <a:rPr lang="en-US" sz="3200" dirty="0"/>
              <a:t> </a:t>
            </a:r>
            <a:r>
              <a:rPr lang="en-US" sz="3200" i="1" dirty="0"/>
              <a:t>Simple/Page-Oriented Nested Loops</a:t>
            </a:r>
          </a:p>
          <a:p>
            <a:pPr marL="749300" lvl="1" indent="-177800" eaLnBrk="1" hangingPunct="1"/>
            <a:r>
              <a:rPr lang="en-US" sz="3200" dirty="0"/>
              <a:t> </a:t>
            </a:r>
            <a:r>
              <a:rPr lang="en-US" sz="3200" i="1" dirty="0"/>
              <a:t>Block Nested Loops</a:t>
            </a:r>
          </a:p>
          <a:p>
            <a:pPr marL="228600" indent="-228600" eaLnBrk="1" hangingPunct="1">
              <a:buFont typeface="Wingdings" pitchFamily="2" charset="2"/>
              <a:buChar char="n"/>
            </a:pPr>
            <a:r>
              <a:rPr lang="en-US" dirty="0"/>
              <a:t> </a:t>
            </a:r>
            <a:r>
              <a:rPr lang="en-US" dirty="0" err="1"/>
              <a:t>Indexare</a:t>
            </a:r>
            <a:endParaRPr lang="en-US" dirty="0"/>
          </a:p>
          <a:p>
            <a:pPr marL="749300" lvl="1" indent="-177800" eaLnBrk="1" hangingPunct="1"/>
            <a:r>
              <a:rPr lang="en-US" sz="3200" dirty="0"/>
              <a:t> </a:t>
            </a:r>
            <a:r>
              <a:rPr lang="en-US" sz="3200" i="1" dirty="0"/>
              <a:t>Index Nested Loops</a:t>
            </a:r>
          </a:p>
          <a:p>
            <a:pPr marL="228600" indent="-228600" eaLnBrk="1" hangingPunct="1">
              <a:buFont typeface="Wingdings" pitchFamily="2" charset="2"/>
              <a:buChar char="n"/>
            </a:pPr>
            <a:r>
              <a:rPr lang="en-US" dirty="0"/>
              <a:t> </a:t>
            </a:r>
            <a:r>
              <a:rPr lang="en-US" dirty="0" err="1"/>
              <a:t>Partiţi</a:t>
            </a:r>
            <a:r>
              <a:rPr lang="ro-RO" dirty="0" err="1"/>
              <a:t>onar</a:t>
            </a:r>
            <a:r>
              <a:rPr lang="en-US" dirty="0"/>
              <a:t>e </a:t>
            </a:r>
          </a:p>
          <a:p>
            <a:pPr marL="749300" lvl="1" indent="-177800" eaLnBrk="1" hangingPunct="1"/>
            <a:r>
              <a:rPr lang="en-US" sz="3200" dirty="0"/>
              <a:t> </a:t>
            </a:r>
            <a:r>
              <a:rPr lang="en-US" sz="3200" i="1" dirty="0"/>
              <a:t>Sort Merge Join</a:t>
            </a:r>
          </a:p>
          <a:p>
            <a:pPr marL="749300" lvl="1" indent="-177800" eaLnBrk="1" hangingPunct="1"/>
            <a:r>
              <a:rPr lang="en-US" sz="3200" dirty="0"/>
              <a:t> </a:t>
            </a:r>
            <a:r>
              <a:rPr lang="en-US" sz="3200" i="1" dirty="0"/>
              <a:t>Hash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9" name="Rectangle 2"/>
          <p:cNvSpPr>
            <a:spLocks noGrp="1" noChangeArrowheads="1"/>
          </p:cNvSpPr>
          <p:nvPr>
            <p:ph type="ctrTitle" idx="4294967295"/>
          </p:nvPr>
        </p:nvSpPr>
        <p:spPr>
          <a:xfrm>
            <a:off x="152400" y="572870"/>
            <a:ext cx="10515600" cy="646331"/>
          </a:xfrm>
          <a:noFill/>
        </p:spPr>
        <p:txBody>
          <a:bodyPr/>
          <a:lstStyle/>
          <a:p>
            <a:pPr eaLnBrk="1" hangingPunct="1"/>
            <a:r>
              <a:rPr lang="en-US" dirty="0"/>
              <a:t>Simple Nested Loops Join</a:t>
            </a:r>
          </a:p>
        </p:txBody>
      </p:sp>
      <p:sp>
        <p:nvSpPr>
          <p:cNvPr id="9220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914400" y="2895600"/>
            <a:ext cx="10896600" cy="3505200"/>
          </a:xfrm>
          <a:noFill/>
        </p:spPr>
        <p:txBody>
          <a:bodyPr/>
          <a:lstStyle/>
          <a:p>
            <a:pPr marL="228600" indent="-228600" eaLnBrk="1" hangingPunct="1">
              <a:buFont typeface="Wingdings" pitchFamily="2" charset="2"/>
              <a:buChar char="n"/>
            </a:pPr>
            <a:endParaRPr lang="en-US" dirty="0"/>
          </a:p>
          <a:p>
            <a:pPr marL="228600" indent="-228600" eaLnBrk="1" hangingPunct="1">
              <a:buFont typeface="Wingdings" pitchFamily="2" charset="2"/>
              <a:buChar char="n"/>
            </a:pPr>
            <a:r>
              <a:rPr lang="en-US" dirty="0"/>
              <a:t> </a:t>
            </a:r>
            <a:r>
              <a:rPr lang="en-US" dirty="0" err="1"/>
              <a:t>Pentru</a:t>
            </a:r>
            <a:r>
              <a:rPr lang="en-US" dirty="0"/>
              <a:t> </a:t>
            </a:r>
            <a:r>
              <a:rPr lang="en-US" dirty="0" err="1"/>
              <a:t>fiecare</a:t>
            </a:r>
            <a:r>
              <a:rPr lang="en-US" dirty="0"/>
              <a:t> </a:t>
            </a:r>
            <a:r>
              <a:rPr lang="en-US" dirty="0" err="1"/>
              <a:t>înregistrare</a:t>
            </a:r>
            <a:r>
              <a:rPr lang="en-US" dirty="0"/>
              <a:t> din </a:t>
            </a:r>
            <a:r>
              <a:rPr lang="en-US" dirty="0" err="1"/>
              <a:t>tabela</a:t>
            </a:r>
            <a:r>
              <a:rPr lang="en-US" dirty="0"/>
              <a:t> </a:t>
            </a:r>
            <a:r>
              <a:rPr lang="en-US" i="1" dirty="0"/>
              <a:t>extern</a:t>
            </a:r>
            <a:r>
              <a:rPr lang="vi-VN" i="1" dirty="0"/>
              <a:t>ă</a:t>
            </a:r>
            <a:r>
              <a:rPr lang="en-US" dirty="0"/>
              <a:t> R, se </a:t>
            </a:r>
            <a:r>
              <a:rPr lang="en-US" dirty="0" err="1"/>
              <a:t>scanează</a:t>
            </a:r>
            <a:r>
              <a:rPr lang="en-US" dirty="0"/>
              <a:t> </a:t>
            </a:r>
            <a:r>
              <a:rPr lang="en-US" dirty="0" err="1"/>
              <a:t>întreaga</a:t>
            </a:r>
            <a:r>
              <a:rPr lang="en-US" dirty="0"/>
              <a:t> </a:t>
            </a:r>
            <a:r>
              <a:rPr lang="en-US" dirty="0" err="1"/>
              <a:t>relaţie</a:t>
            </a:r>
            <a:r>
              <a:rPr lang="en-US" dirty="0"/>
              <a:t> </a:t>
            </a:r>
            <a:r>
              <a:rPr lang="en-US" i="1" dirty="0" err="1"/>
              <a:t>internă</a:t>
            </a:r>
            <a:r>
              <a:rPr lang="en-US" dirty="0"/>
              <a:t> S. </a:t>
            </a:r>
          </a:p>
          <a:p>
            <a:pPr eaLnBrk="1" hangingPunct="1"/>
            <a:endParaRPr lang="en-US" dirty="0">
              <a:solidFill>
                <a:schemeClr val="folHlink"/>
              </a:solidFill>
            </a:endParaRPr>
          </a:p>
          <a:p>
            <a:pPr eaLnBrk="1" hangingPunct="1"/>
            <a:r>
              <a:rPr lang="en-US" dirty="0">
                <a:solidFill>
                  <a:schemeClr val="folHlink"/>
                </a:solidFill>
              </a:rPr>
              <a:t>Cost:  M +  </a:t>
            </a:r>
            <a:r>
              <a:rPr lang="en-US" dirty="0" err="1">
                <a:solidFill>
                  <a:schemeClr val="folHlink"/>
                </a:solidFill>
              </a:rPr>
              <a:t>p</a:t>
            </a:r>
            <a:r>
              <a:rPr lang="en-US" baseline="-25000" dirty="0" err="1">
                <a:solidFill>
                  <a:schemeClr val="folHlink"/>
                </a:solidFill>
              </a:rPr>
              <a:t>R</a:t>
            </a:r>
            <a:r>
              <a:rPr lang="en-US" dirty="0">
                <a:solidFill>
                  <a:schemeClr val="folHlink"/>
                </a:solidFill>
              </a:rPr>
              <a:t> * M * N </a:t>
            </a:r>
            <a:r>
              <a:rPr lang="en-US" dirty="0">
                <a:solidFill>
                  <a:schemeClr val="accent2"/>
                </a:solidFill>
              </a:rPr>
              <a:t> </a:t>
            </a:r>
            <a:r>
              <a:rPr lang="en-US" dirty="0"/>
              <a:t>=  1000 + 100*1000*500  I/</a:t>
            </a:r>
            <a:r>
              <a:rPr lang="en-US" dirty="0" err="1"/>
              <a:t>Os</a:t>
            </a:r>
            <a:r>
              <a:rPr lang="en-US" dirty="0"/>
              <a:t>.</a:t>
            </a:r>
          </a:p>
        </p:txBody>
      </p:sp>
      <p:sp>
        <p:nvSpPr>
          <p:cNvPr id="9221" name="Rectangle 4"/>
          <p:cNvSpPr>
            <a:spLocks noChangeArrowheads="1"/>
          </p:cNvSpPr>
          <p:nvPr/>
        </p:nvSpPr>
        <p:spPr bwMode="auto">
          <a:xfrm>
            <a:off x="3162301" y="1406525"/>
            <a:ext cx="6578725" cy="119776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dirty="0" err="1">
                <a:solidFill>
                  <a:schemeClr val="folHlink"/>
                </a:solidFill>
                <a:latin typeface="Book Antiqua" pitchFamily="18" charset="0"/>
              </a:rPr>
              <a:t>foreach</a:t>
            </a:r>
            <a:r>
              <a:rPr lang="en-US" dirty="0">
                <a:solidFill>
                  <a:schemeClr val="folHlink"/>
                </a:solidFill>
                <a:latin typeface="Book Antiqua" pitchFamily="18" charset="0"/>
              </a:rPr>
              <a:t> tuple r in R do</a:t>
            </a:r>
          </a:p>
          <a:p>
            <a:pPr eaLnBrk="0" hangingPunct="0"/>
            <a:r>
              <a:rPr lang="en-US" dirty="0">
                <a:solidFill>
                  <a:schemeClr val="folHlink"/>
                </a:solidFill>
                <a:latin typeface="Book Antiqua" pitchFamily="18" charset="0"/>
              </a:rPr>
              <a:t>	</a:t>
            </a:r>
            <a:r>
              <a:rPr lang="en-US" dirty="0" err="1">
                <a:solidFill>
                  <a:schemeClr val="folHlink"/>
                </a:solidFill>
                <a:latin typeface="Book Antiqua" pitchFamily="18" charset="0"/>
              </a:rPr>
              <a:t>foreach</a:t>
            </a:r>
            <a:r>
              <a:rPr lang="en-US" dirty="0">
                <a:solidFill>
                  <a:schemeClr val="folHlink"/>
                </a:solidFill>
                <a:latin typeface="Book Antiqua" pitchFamily="18" charset="0"/>
              </a:rPr>
              <a:t> tuple s in S do</a:t>
            </a:r>
          </a:p>
          <a:p>
            <a:pPr eaLnBrk="0" hangingPunct="0"/>
            <a:r>
              <a:rPr lang="en-US" dirty="0">
                <a:solidFill>
                  <a:schemeClr val="folHlink"/>
                </a:solidFill>
                <a:latin typeface="Book Antiqua" pitchFamily="18" charset="0"/>
              </a:rPr>
              <a:t>		if </a:t>
            </a:r>
            <a:r>
              <a:rPr lang="en-US" dirty="0" err="1">
                <a:solidFill>
                  <a:schemeClr val="folHlink"/>
                </a:solidFill>
                <a:latin typeface="Book Antiqua" pitchFamily="18" charset="0"/>
              </a:rPr>
              <a:t>r</a:t>
            </a:r>
            <a:r>
              <a:rPr lang="en-US" baseline="-10000" dirty="0" err="1">
                <a:solidFill>
                  <a:schemeClr val="folHlink"/>
                </a:solidFill>
                <a:latin typeface="Book Antiqua" pitchFamily="18" charset="0"/>
              </a:rPr>
              <a:t>i</a:t>
            </a:r>
            <a:r>
              <a:rPr lang="en-US" dirty="0">
                <a:solidFill>
                  <a:schemeClr val="folHlink"/>
                </a:solidFill>
                <a:latin typeface="Book Antiqua" pitchFamily="18" charset="0"/>
              </a:rPr>
              <a:t> == </a:t>
            </a:r>
            <a:r>
              <a:rPr lang="en-US" dirty="0" err="1">
                <a:solidFill>
                  <a:schemeClr val="folHlink"/>
                </a:solidFill>
                <a:latin typeface="Book Antiqua" pitchFamily="18" charset="0"/>
              </a:rPr>
              <a:t>s</a:t>
            </a:r>
            <a:r>
              <a:rPr lang="en-US" baseline="-10000" dirty="0" err="1">
                <a:solidFill>
                  <a:schemeClr val="folHlink"/>
                </a:solidFill>
                <a:latin typeface="Book Antiqua" pitchFamily="18" charset="0"/>
              </a:rPr>
              <a:t>j</a:t>
            </a:r>
            <a:r>
              <a:rPr lang="en-US" baseline="-10000" dirty="0">
                <a:solidFill>
                  <a:schemeClr val="folHlink"/>
                </a:solidFill>
                <a:latin typeface="Book Antiqua" pitchFamily="18" charset="0"/>
              </a:rPr>
              <a:t> </a:t>
            </a:r>
            <a:r>
              <a:rPr lang="en-US" dirty="0">
                <a:solidFill>
                  <a:schemeClr val="folHlink"/>
                </a:solidFill>
                <a:latin typeface="Book Antiqua" pitchFamily="18" charset="0"/>
              </a:rPr>
              <a:t> then add &lt;r, s&gt; to result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22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9" name="Rectangle 2"/>
          <p:cNvSpPr>
            <a:spLocks noGrp="1" noChangeArrowheads="1"/>
          </p:cNvSpPr>
          <p:nvPr>
            <p:ph type="ctrTitle" idx="4294967295"/>
          </p:nvPr>
        </p:nvSpPr>
        <p:spPr>
          <a:xfrm>
            <a:off x="381000" y="572870"/>
            <a:ext cx="10287000" cy="646331"/>
          </a:xfrm>
          <a:noFill/>
        </p:spPr>
        <p:txBody>
          <a:bodyPr/>
          <a:lstStyle/>
          <a:p>
            <a:pPr eaLnBrk="1" hangingPunct="1"/>
            <a:r>
              <a:rPr lang="en-US" dirty="0"/>
              <a:t>Page Oriented Nested Loops Join</a:t>
            </a:r>
          </a:p>
        </p:txBody>
      </p:sp>
      <p:sp>
        <p:nvSpPr>
          <p:cNvPr id="9220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838200" y="2438400"/>
            <a:ext cx="10972800" cy="4038600"/>
          </a:xfrm>
          <a:noFill/>
        </p:spPr>
        <p:txBody>
          <a:bodyPr/>
          <a:lstStyle/>
          <a:p>
            <a:pPr eaLnBrk="1" hangingPunct="1"/>
            <a:endParaRPr lang="en-US" sz="2400" dirty="0"/>
          </a:p>
          <a:p>
            <a:pPr marL="228600" indent="-228600" eaLnBrk="1" hangingPunct="1">
              <a:buFont typeface="Wingdings" pitchFamily="2" charset="2"/>
              <a:buChar char="n"/>
            </a:pPr>
            <a:r>
              <a:rPr lang="en-US" dirty="0"/>
              <a:t> </a:t>
            </a:r>
            <a:r>
              <a:rPr lang="en-US" dirty="0" err="1"/>
              <a:t>Pentru</a:t>
            </a:r>
            <a:r>
              <a:rPr lang="en-US" dirty="0"/>
              <a:t> </a:t>
            </a:r>
            <a:r>
              <a:rPr lang="en-US" dirty="0" err="1"/>
              <a:t>fiecare</a:t>
            </a:r>
            <a:r>
              <a:rPr lang="en-US" dirty="0"/>
              <a:t> </a:t>
            </a:r>
            <a:r>
              <a:rPr lang="en-US" i="1" dirty="0" err="1"/>
              <a:t>pagin</a:t>
            </a:r>
            <a:r>
              <a:rPr lang="vi-VN" i="1" dirty="0"/>
              <a:t>ă</a:t>
            </a:r>
            <a:r>
              <a:rPr lang="en-US" i="1" dirty="0"/>
              <a:t> </a:t>
            </a:r>
            <a:r>
              <a:rPr lang="en-US" dirty="0"/>
              <a:t>din R, se </a:t>
            </a:r>
            <a:r>
              <a:rPr lang="en-US" dirty="0" err="1"/>
              <a:t>citeşte</a:t>
            </a:r>
            <a:r>
              <a:rPr lang="en-US" dirty="0"/>
              <a:t> </a:t>
            </a:r>
            <a:r>
              <a:rPr lang="en-US" dirty="0" err="1"/>
              <a:t>fiecare</a:t>
            </a:r>
            <a:r>
              <a:rPr lang="en-US" dirty="0"/>
              <a:t>  </a:t>
            </a:r>
            <a:r>
              <a:rPr lang="en-US" i="1" dirty="0" err="1"/>
              <a:t>pagin</a:t>
            </a:r>
            <a:r>
              <a:rPr lang="vi-VN" i="1" dirty="0"/>
              <a:t>ă</a:t>
            </a:r>
            <a:r>
              <a:rPr lang="en-US" dirty="0"/>
              <a:t> din S, </a:t>
            </a:r>
            <a:r>
              <a:rPr lang="en-US" dirty="0" err="1"/>
              <a:t>iar</a:t>
            </a:r>
            <a:r>
              <a:rPr lang="en-US" dirty="0"/>
              <a:t> </a:t>
            </a:r>
            <a:r>
              <a:rPr lang="en-US" dirty="0" err="1"/>
              <a:t>perechile</a:t>
            </a:r>
            <a:r>
              <a:rPr lang="en-US" dirty="0"/>
              <a:t> de </a:t>
            </a:r>
            <a:r>
              <a:rPr lang="en-US" dirty="0" err="1"/>
              <a:t>înregistr</a:t>
            </a:r>
            <a:r>
              <a:rPr lang="vi-VN" dirty="0"/>
              <a:t>ă</a:t>
            </a:r>
            <a:r>
              <a:rPr lang="en-US" dirty="0" err="1"/>
              <a:t>ri</a:t>
            </a:r>
            <a:r>
              <a:rPr lang="en-US" dirty="0"/>
              <a:t> &lt;</a:t>
            </a:r>
            <a:r>
              <a:rPr lang="en-US" i="1" dirty="0"/>
              <a:t>r</a:t>
            </a:r>
            <a:r>
              <a:rPr lang="en-US" dirty="0"/>
              <a:t>, </a:t>
            </a:r>
            <a:r>
              <a:rPr lang="en-US" i="1" dirty="0"/>
              <a:t>s</a:t>
            </a:r>
            <a:r>
              <a:rPr lang="en-US" dirty="0"/>
              <a:t>&gt; </a:t>
            </a:r>
            <a:r>
              <a:rPr lang="en-US" dirty="0" err="1"/>
              <a:t>ce</a:t>
            </a:r>
            <a:r>
              <a:rPr lang="en-US" dirty="0"/>
              <a:t> </a:t>
            </a:r>
            <a:r>
              <a:rPr lang="en-US" dirty="0" err="1"/>
              <a:t>verific</a:t>
            </a:r>
            <a:r>
              <a:rPr lang="vi-VN" dirty="0"/>
              <a:t>ă</a:t>
            </a:r>
            <a:r>
              <a:rPr lang="en-US" dirty="0"/>
              <a:t> </a:t>
            </a:r>
            <a:r>
              <a:rPr lang="en-US" dirty="0" err="1"/>
              <a:t>expresia</a:t>
            </a:r>
            <a:r>
              <a:rPr lang="en-US" dirty="0"/>
              <a:t> </a:t>
            </a:r>
            <a:r>
              <a:rPr lang="en-US" i="1" dirty="0" err="1"/>
              <a:t>ri</a:t>
            </a:r>
            <a:r>
              <a:rPr lang="en-US" dirty="0"/>
              <a:t>=</a:t>
            </a:r>
            <a:r>
              <a:rPr lang="en-US" i="1" dirty="0" err="1"/>
              <a:t>sj</a:t>
            </a:r>
            <a:r>
              <a:rPr lang="en-US" dirty="0"/>
              <a:t> </a:t>
            </a:r>
            <a:r>
              <a:rPr lang="en-US" dirty="0" err="1"/>
              <a:t>vor</a:t>
            </a:r>
            <a:r>
              <a:rPr lang="en-US" dirty="0"/>
              <a:t> </a:t>
            </a:r>
            <a:r>
              <a:rPr lang="en-US" dirty="0" err="1"/>
              <a:t>salvate</a:t>
            </a:r>
            <a:r>
              <a:rPr lang="en-US" dirty="0"/>
              <a:t> </a:t>
            </a:r>
            <a:r>
              <a:rPr lang="en-US" dirty="0" err="1"/>
              <a:t>în</a:t>
            </a:r>
            <a:r>
              <a:rPr lang="en-US" dirty="0"/>
              <a:t> </a:t>
            </a:r>
            <a:r>
              <a:rPr lang="en-US" dirty="0" err="1"/>
              <a:t>pagina</a:t>
            </a:r>
            <a:r>
              <a:rPr lang="en-US" dirty="0"/>
              <a:t> </a:t>
            </a:r>
            <a:r>
              <a:rPr lang="en-US" dirty="0" err="1"/>
              <a:t>rezultat</a:t>
            </a:r>
            <a:r>
              <a:rPr lang="en-US" dirty="0"/>
              <a:t>,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i="1" dirty="0"/>
              <a:t>r</a:t>
            </a:r>
            <a:r>
              <a:rPr lang="en-US" dirty="0"/>
              <a:t> </a:t>
            </a:r>
            <a:r>
              <a:rPr lang="en-US" dirty="0" err="1"/>
              <a:t>este</a:t>
            </a:r>
            <a:r>
              <a:rPr lang="en-US" dirty="0"/>
              <a:t> din </a:t>
            </a:r>
            <a:r>
              <a:rPr lang="en-US" dirty="0" err="1"/>
              <a:t>pagina</a:t>
            </a:r>
            <a:r>
              <a:rPr lang="en-US" dirty="0"/>
              <a:t> </a:t>
            </a:r>
            <a:r>
              <a:rPr lang="en-US" dirty="0" err="1"/>
              <a:t>lui</a:t>
            </a:r>
            <a:r>
              <a:rPr lang="en-US" dirty="0"/>
              <a:t> R </a:t>
            </a:r>
            <a:r>
              <a:rPr lang="en-US" dirty="0" err="1"/>
              <a:t>iar</a:t>
            </a:r>
            <a:r>
              <a:rPr lang="en-US" dirty="0"/>
              <a:t> </a:t>
            </a:r>
            <a:r>
              <a:rPr lang="en-US" i="1" dirty="0"/>
              <a:t>s</a:t>
            </a:r>
            <a:r>
              <a:rPr lang="en-US" dirty="0"/>
              <a:t> </a:t>
            </a:r>
            <a:r>
              <a:rPr lang="en-US" dirty="0" err="1"/>
              <a:t>este</a:t>
            </a:r>
            <a:r>
              <a:rPr lang="en-US" dirty="0"/>
              <a:t> din </a:t>
            </a:r>
            <a:r>
              <a:rPr lang="en-US" dirty="0" err="1"/>
              <a:t>pagina</a:t>
            </a:r>
            <a:r>
              <a:rPr lang="en-US" dirty="0"/>
              <a:t> </a:t>
            </a:r>
            <a:r>
              <a:rPr lang="en-US" dirty="0" err="1"/>
              <a:t>lui</a:t>
            </a:r>
            <a:r>
              <a:rPr lang="en-US" dirty="0"/>
              <a:t> S.</a:t>
            </a:r>
          </a:p>
          <a:p>
            <a:pPr marL="228600" indent="-228600" eaLnBrk="1" hangingPunct="1">
              <a:buFont typeface="Wingdings" pitchFamily="2" charset="2"/>
              <a:buChar char="n"/>
            </a:pPr>
            <a:r>
              <a:rPr lang="en-US" dirty="0">
                <a:solidFill>
                  <a:schemeClr val="accent2"/>
                </a:solidFill>
              </a:rPr>
              <a:t> </a:t>
            </a:r>
            <a:r>
              <a:rPr lang="en-US" dirty="0">
                <a:solidFill>
                  <a:schemeClr val="folHlink"/>
                </a:solidFill>
              </a:rPr>
              <a:t>Cost:  M + M*N</a:t>
            </a:r>
            <a:r>
              <a:rPr lang="en-US" dirty="0">
                <a:solidFill>
                  <a:schemeClr val="accent2"/>
                </a:solidFill>
              </a:rPr>
              <a:t> </a:t>
            </a:r>
            <a:r>
              <a:rPr lang="en-US" dirty="0"/>
              <a:t>= 1000 + 1000*500 I/</a:t>
            </a:r>
            <a:r>
              <a:rPr lang="en-US" dirty="0" err="1"/>
              <a:t>Os</a:t>
            </a:r>
            <a:endParaRPr lang="en-US" dirty="0"/>
          </a:p>
          <a:p>
            <a:pPr marL="228600" indent="-228600" eaLnBrk="1" hangingPunct="1">
              <a:buFont typeface="Wingdings" pitchFamily="2" charset="2"/>
              <a:buChar char="n"/>
            </a:pPr>
            <a:r>
              <a:rPr lang="en-US" dirty="0"/>
              <a:t> </a:t>
            </a:r>
            <a:r>
              <a:rPr lang="en-US" dirty="0" err="1"/>
              <a:t>Dac</a:t>
            </a:r>
            <a:r>
              <a:rPr lang="vi-VN" dirty="0"/>
              <a:t>ă</a:t>
            </a:r>
            <a:r>
              <a:rPr lang="en-US" dirty="0"/>
              <a:t> </a:t>
            </a:r>
            <a:r>
              <a:rPr lang="en-US" dirty="0" err="1"/>
              <a:t>tabela</a:t>
            </a:r>
            <a:r>
              <a:rPr lang="en-US" dirty="0"/>
              <a:t> </a:t>
            </a:r>
            <a:r>
              <a:rPr lang="en-US" dirty="0" err="1"/>
              <a:t>mai</a:t>
            </a:r>
            <a:r>
              <a:rPr lang="en-US" dirty="0"/>
              <a:t> </a:t>
            </a:r>
            <a:r>
              <a:rPr lang="en-US" dirty="0" err="1"/>
              <a:t>mic</a:t>
            </a:r>
            <a:r>
              <a:rPr lang="vi-VN" dirty="0"/>
              <a:t>ă</a:t>
            </a:r>
            <a:r>
              <a:rPr lang="en-US" dirty="0"/>
              <a:t> (S) </a:t>
            </a:r>
            <a:r>
              <a:rPr lang="en-US" dirty="0" err="1"/>
              <a:t>este</a:t>
            </a:r>
            <a:r>
              <a:rPr lang="en-US" dirty="0"/>
              <a:t> </a:t>
            </a:r>
            <a:r>
              <a:rPr lang="en-US" dirty="0" err="1"/>
              <a:t>tabela</a:t>
            </a:r>
            <a:r>
              <a:rPr lang="en-US" dirty="0"/>
              <a:t> extern</a:t>
            </a:r>
            <a:r>
              <a:rPr lang="vi-VN" dirty="0"/>
              <a:t>ă</a:t>
            </a:r>
            <a:r>
              <a:rPr lang="en-US" dirty="0"/>
              <a:t>, </a:t>
            </a:r>
            <a:r>
              <a:rPr lang="en-US" dirty="0" err="1"/>
              <a:t>atunci</a:t>
            </a:r>
            <a:r>
              <a:rPr lang="en-US" dirty="0"/>
              <a:t> cost = 500 + 500*1000 I/</a:t>
            </a:r>
            <a:r>
              <a:rPr lang="en-US" dirty="0" err="1"/>
              <a:t>Os</a:t>
            </a:r>
            <a:endParaRPr lang="en-US" dirty="0"/>
          </a:p>
        </p:txBody>
      </p:sp>
      <p:sp>
        <p:nvSpPr>
          <p:cNvPr id="9221" name="Rectangle 4"/>
          <p:cNvSpPr>
            <a:spLocks noChangeArrowheads="1"/>
          </p:cNvSpPr>
          <p:nvPr/>
        </p:nvSpPr>
        <p:spPr bwMode="auto">
          <a:xfrm>
            <a:off x="3149791" y="1371600"/>
            <a:ext cx="6578725" cy="119776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dirty="0" err="1">
                <a:solidFill>
                  <a:schemeClr val="folHlink"/>
                </a:solidFill>
                <a:latin typeface="Book Antiqua" pitchFamily="18" charset="0"/>
              </a:rPr>
              <a:t>foreach</a:t>
            </a:r>
            <a:r>
              <a:rPr lang="en-US" dirty="0">
                <a:solidFill>
                  <a:schemeClr val="folHlink"/>
                </a:solidFill>
                <a:latin typeface="Book Antiqua" pitchFamily="18" charset="0"/>
              </a:rPr>
              <a:t> page in R do</a:t>
            </a:r>
          </a:p>
          <a:p>
            <a:pPr eaLnBrk="0" hangingPunct="0"/>
            <a:r>
              <a:rPr lang="en-US" dirty="0">
                <a:solidFill>
                  <a:schemeClr val="folHlink"/>
                </a:solidFill>
                <a:latin typeface="Book Antiqua" pitchFamily="18" charset="0"/>
              </a:rPr>
              <a:t>	</a:t>
            </a:r>
            <a:r>
              <a:rPr lang="en-US" dirty="0" err="1">
                <a:solidFill>
                  <a:schemeClr val="folHlink"/>
                </a:solidFill>
                <a:latin typeface="Book Antiqua" pitchFamily="18" charset="0"/>
              </a:rPr>
              <a:t>foreach</a:t>
            </a:r>
            <a:r>
              <a:rPr lang="en-US" dirty="0">
                <a:solidFill>
                  <a:schemeClr val="folHlink"/>
                </a:solidFill>
                <a:latin typeface="Book Antiqua" pitchFamily="18" charset="0"/>
              </a:rPr>
              <a:t> page in S do</a:t>
            </a:r>
          </a:p>
          <a:p>
            <a:pPr eaLnBrk="0" hangingPunct="0"/>
            <a:r>
              <a:rPr lang="en-US" dirty="0">
                <a:solidFill>
                  <a:schemeClr val="folHlink"/>
                </a:solidFill>
                <a:latin typeface="Book Antiqua" pitchFamily="18" charset="0"/>
              </a:rPr>
              <a:t>		if </a:t>
            </a:r>
            <a:r>
              <a:rPr lang="en-US" dirty="0" err="1">
                <a:solidFill>
                  <a:schemeClr val="folHlink"/>
                </a:solidFill>
                <a:latin typeface="Book Antiqua" pitchFamily="18" charset="0"/>
              </a:rPr>
              <a:t>r</a:t>
            </a:r>
            <a:r>
              <a:rPr lang="en-US" baseline="-10000" dirty="0" err="1">
                <a:solidFill>
                  <a:schemeClr val="folHlink"/>
                </a:solidFill>
                <a:latin typeface="Book Antiqua" pitchFamily="18" charset="0"/>
              </a:rPr>
              <a:t>i</a:t>
            </a:r>
            <a:r>
              <a:rPr lang="en-US" dirty="0">
                <a:solidFill>
                  <a:schemeClr val="folHlink"/>
                </a:solidFill>
                <a:latin typeface="Book Antiqua" pitchFamily="18" charset="0"/>
              </a:rPr>
              <a:t> == </a:t>
            </a:r>
            <a:r>
              <a:rPr lang="en-US" dirty="0" err="1">
                <a:solidFill>
                  <a:schemeClr val="folHlink"/>
                </a:solidFill>
                <a:latin typeface="Book Antiqua" pitchFamily="18" charset="0"/>
              </a:rPr>
              <a:t>s</a:t>
            </a:r>
            <a:r>
              <a:rPr lang="en-US" baseline="-10000" dirty="0" err="1">
                <a:solidFill>
                  <a:schemeClr val="folHlink"/>
                </a:solidFill>
                <a:latin typeface="Book Antiqua" pitchFamily="18" charset="0"/>
              </a:rPr>
              <a:t>j</a:t>
            </a:r>
            <a:r>
              <a:rPr lang="en-US" baseline="-10000" dirty="0">
                <a:solidFill>
                  <a:schemeClr val="folHlink"/>
                </a:solidFill>
                <a:latin typeface="Book Antiqua" pitchFamily="18" charset="0"/>
              </a:rPr>
              <a:t> </a:t>
            </a:r>
            <a:r>
              <a:rPr lang="en-US" dirty="0">
                <a:solidFill>
                  <a:schemeClr val="folHlink"/>
                </a:solidFill>
                <a:latin typeface="Book Antiqua" pitchFamily="18" charset="0"/>
              </a:rPr>
              <a:t> then add &lt;r, s&gt; to result</a:t>
            </a:r>
          </a:p>
        </p:txBody>
      </p:sp>
    </p:spTree>
    <p:extLst>
      <p:ext uri="{BB962C8B-B14F-4D97-AF65-F5344CB8AC3E}">
        <p14:creationId xmlns:p14="http://schemas.microsoft.com/office/powerpoint/2010/main" val="23377644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22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922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3" name="Rectangle 2"/>
          <p:cNvSpPr>
            <a:spLocks noGrp="1" noChangeArrowheads="1"/>
          </p:cNvSpPr>
          <p:nvPr>
            <p:ph type="ctrTitle" idx="4294967295"/>
          </p:nvPr>
        </p:nvSpPr>
        <p:spPr>
          <a:xfrm>
            <a:off x="304800" y="457201"/>
            <a:ext cx="10363200" cy="646331"/>
          </a:xfrm>
          <a:noFill/>
        </p:spPr>
        <p:txBody>
          <a:bodyPr/>
          <a:lstStyle/>
          <a:p>
            <a:pPr eaLnBrk="1" hangingPunct="1"/>
            <a:r>
              <a:rPr lang="en-US" dirty="0"/>
              <a:t>Block Nested Loops Join</a:t>
            </a:r>
          </a:p>
        </p:txBody>
      </p:sp>
      <p:sp>
        <p:nvSpPr>
          <p:cNvPr id="10244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2133600" y="1524000"/>
            <a:ext cx="8458200" cy="1384300"/>
          </a:xfrm>
          <a:noFill/>
        </p:spPr>
        <p:txBody>
          <a:bodyPr/>
          <a:lstStyle/>
          <a:p>
            <a:pPr marL="749300" lvl="1" indent="-177800" eaLnBrk="1" hangingPunct="1">
              <a:buSzPct val="75000"/>
              <a:buNone/>
            </a:pPr>
            <a:endParaRPr lang="en-US" sz="2400" dirty="0"/>
          </a:p>
        </p:txBody>
      </p:sp>
      <p:grpSp>
        <p:nvGrpSpPr>
          <p:cNvPr id="10245" name="Group 6"/>
          <p:cNvGrpSpPr>
            <a:grpSpLocks/>
          </p:cNvGrpSpPr>
          <p:nvPr/>
        </p:nvGrpSpPr>
        <p:grpSpPr bwMode="auto">
          <a:xfrm>
            <a:off x="3725225" y="3332162"/>
            <a:ext cx="838200" cy="2020888"/>
            <a:chOff x="1152" y="2644"/>
            <a:chExt cx="528" cy="1273"/>
          </a:xfrm>
        </p:grpSpPr>
        <p:sp>
          <p:nvSpPr>
            <p:cNvPr id="10276" name="Oval 7"/>
            <p:cNvSpPr>
              <a:spLocks noChangeArrowheads="1"/>
            </p:cNvSpPr>
            <p:nvPr/>
          </p:nvSpPr>
          <p:spPr bwMode="auto">
            <a:xfrm>
              <a:off x="1156" y="2644"/>
              <a:ext cx="520" cy="88"/>
            </a:xfrm>
            <a:prstGeom prst="ellipse">
              <a:avLst/>
            </a:prstGeom>
            <a:noFill/>
            <a:ln w="25400">
              <a:solidFill>
                <a:schemeClr val="tx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0277" name="Line 8"/>
            <p:cNvSpPr>
              <a:spLocks noChangeShapeType="1"/>
            </p:cNvSpPr>
            <p:nvPr/>
          </p:nvSpPr>
          <p:spPr bwMode="auto">
            <a:xfrm>
              <a:off x="1152" y="2692"/>
              <a:ext cx="0" cy="1144"/>
            </a:xfrm>
            <a:prstGeom prst="line">
              <a:avLst/>
            </a:prstGeom>
            <a:noFill/>
            <a:ln w="25400">
              <a:solidFill>
                <a:schemeClr val="tx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278" name="Line 9"/>
            <p:cNvSpPr>
              <a:spLocks noChangeShapeType="1"/>
            </p:cNvSpPr>
            <p:nvPr/>
          </p:nvSpPr>
          <p:spPr bwMode="auto">
            <a:xfrm>
              <a:off x="1680" y="2692"/>
              <a:ext cx="0" cy="1144"/>
            </a:xfrm>
            <a:prstGeom prst="line">
              <a:avLst/>
            </a:prstGeom>
            <a:noFill/>
            <a:ln w="25400">
              <a:solidFill>
                <a:schemeClr val="tx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279" name="Arc 10"/>
            <p:cNvSpPr>
              <a:spLocks/>
            </p:cNvSpPr>
            <p:nvPr/>
          </p:nvSpPr>
          <p:spPr bwMode="auto">
            <a:xfrm>
              <a:off x="1154" y="3843"/>
              <a:ext cx="520" cy="74"/>
            </a:xfrm>
            <a:custGeom>
              <a:avLst/>
              <a:gdLst>
                <a:gd name="T0" fmla="*/ 0 w 43200"/>
                <a:gd name="T1" fmla="*/ 0 h 22202"/>
                <a:gd name="T2" fmla="*/ 0 w 43200"/>
                <a:gd name="T3" fmla="*/ 0 h 22202"/>
                <a:gd name="T4" fmla="*/ 0 w 43200"/>
                <a:gd name="T5" fmla="*/ 0 h 22202"/>
                <a:gd name="T6" fmla="*/ 0 60000 65536"/>
                <a:gd name="T7" fmla="*/ 0 60000 65536"/>
                <a:gd name="T8" fmla="*/ 0 60000 65536"/>
                <a:gd name="T9" fmla="*/ 0 w 43200"/>
                <a:gd name="T10" fmla="*/ 0 h 22202"/>
                <a:gd name="T11" fmla="*/ 43200 w 43200"/>
                <a:gd name="T12" fmla="*/ 22202 h 22202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43200" h="22202" fill="none" extrusionOk="0">
                  <a:moveTo>
                    <a:pt x="43191" y="0"/>
                  </a:moveTo>
                  <a:cubicBezTo>
                    <a:pt x="43197" y="200"/>
                    <a:pt x="43200" y="401"/>
                    <a:pt x="43200" y="602"/>
                  </a:cubicBezTo>
                  <a:cubicBezTo>
                    <a:pt x="43200" y="12531"/>
                    <a:pt x="33529" y="22202"/>
                    <a:pt x="21600" y="22202"/>
                  </a:cubicBezTo>
                  <a:cubicBezTo>
                    <a:pt x="9670" y="22202"/>
                    <a:pt x="0" y="12531"/>
                    <a:pt x="0" y="602"/>
                  </a:cubicBezTo>
                </a:path>
                <a:path w="43200" h="22202" stroke="0" extrusionOk="0">
                  <a:moveTo>
                    <a:pt x="43191" y="0"/>
                  </a:moveTo>
                  <a:cubicBezTo>
                    <a:pt x="43197" y="200"/>
                    <a:pt x="43200" y="401"/>
                    <a:pt x="43200" y="602"/>
                  </a:cubicBezTo>
                  <a:cubicBezTo>
                    <a:pt x="43200" y="12531"/>
                    <a:pt x="33529" y="22202"/>
                    <a:pt x="21600" y="22202"/>
                  </a:cubicBezTo>
                  <a:cubicBezTo>
                    <a:pt x="9670" y="22202"/>
                    <a:pt x="0" y="12531"/>
                    <a:pt x="0" y="602"/>
                  </a:cubicBezTo>
                  <a:lnTo>
                    <a:pt x="21600" y="602"/>
                  </a:lnTo>
                  <a:lnTo>
                    <a:pt x="43191" y="0"/>
                  </a:lnTo>
                  <a:close/>
                </a:path>
              </a:pathLst>
            </a:custGeom>
            <a:noFill/>
            <a:ln w="25400" cap="rnd">
              <a:solidFill>
                <a:schemeClr val="tx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0246" name="Rectangle 11"/>
          <p:cNvSpPr>
            <a:spLocks noChangeArrowheads="1"/>
          </p:cNvSpPr>
          <p:nvPr/>
        </p:nvSpPr>
        <p:spPr bwMode="auto">
          <a:xfrm>
            <a:off x="4798375" y="3179762"/>
            <a:ext cx="3416300" cy="2197100"/>
          </a:xfrm>
          <a:prstGeom prst="rect">
            <a:avLst/>
          </a:prstGeom>
          <a:noFill/>
          <a:ln w="25400">
            <a:solidFill>
              <a:schemeClr val="tx2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0247" name="Rectangle 12" descr="Light vertical"/>
          <p:cNvSpPr>
            <a:spLocks noChangeArrowheads="1"/>
          </p:cNvSpPr>
          <p:nvPr/>
        </p:nvSpPr>
        <p:spPr bwMode="auto">
          <a:xfrm>
            <a:off x="3960175" y="3636962"/>
            <a:ext cx="292100" cy="292100"/>
          </a:xfrm>
          <a:prstGeom prst="rect">
            <a:avLst/>
          </a:prstGeom>
          <a:pattFill prst="ltVert">
            <a:fgClr>
              <a:schemeClr val="hlink"/>
            </a:fgClr>
            <a:bgClr>
              <a:schemeClr val="bg1"/>
            </a:bgClr>
          </a:pattFill>
          <a:ln w="25400">
            <a:solidFill>
              <a:schemeClr val="tx2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0248" name="Rectangle 13" descr="Light vertical"/>
          <p:cNvSpPr>
            <a:spLocks noChangeArrowheads="1"/>
          </p:cNvSpPr>
          <p:nvPr/>
        </p:nvSpPr>
        <p:spPr bwMode="auto">
          <a:xfrm>
            <a:off x="3960175" y="4094162"/>
            <a:ext cx="292100" cy="292100"/>
          </a:xfrm>
          <a:prstGeom prst="rect">
            <a:avLst/>
          </a:prstGeom>
          <a:pattFill prst="ltVert">
            <a:fgClr>
              <a:schemeClr val="hlink"/>
            </a:fgClr>
            <a:bgClr>
              <a:schemeClr val="bg1"/>
            </a:bgClr>
          </a:pattFill>
          <a:ln w="25400">
            <a:solidFill>
              <a:schemeClr val="tx2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0249" name="Rectangle 14" descr="Light horizontal"/>
          <p:cNvSpPr>
            <a:spLocks noChangeArrowheads="1"/>
          </p:cNvSpPr>
          <p:nvPr/>
        </p:nvSpPr>
        <p:spPr bwMode="auto">
          <a:xfrm>
            <a:off x="3960175" y="4862512"/>
            <a:ext cx="292100" cy="292100"/>
          </a:xfrm>
          <a:prstGeom prst="rect">
            <a:avLst/>
          </a:prstGeom>
          <a:pattFill prst="ltHorz">
            <a:fgClr>
              <a:schemeClr val="hlink"/>
            </a:fgClr>
            <a:bgClr>
              <a:schemeClr val="bg1"/>
            </a:bgClr>
          </a:pattFill>
          <a:ln w="25400">
            <a:solidFill>
              <a:schemeClr val="tx2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0250" name="Rectangle 15"/>
          <p:cNvSpPr>
            <a:spLocks noChangeArrowheads="1"/>
          </p:cNvSpPr>
          <p:nvPr/>
        </p:nvSpPr>
        <p:spPr bwMode="auto">
          <a:xfrm>
            <a:off x="3779200" y="4281488"/>
            <a:ext cx="695704" cy="58221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sz="3200" b="1">
                <a:solidFill>
                  <a:schemeClr val="tx2"/>
                </a:solidFill>
                <a:latin typeface="Book Antiqua" pitchFamily="18" charset="0"/>
              </a:rPr>
              <a:t>. . .</a:t>
            </a:r>
          </a:p>
        </p:txBody>
      </p:sp>
      <p:sp>
        <p:nvSpPr>
          <p:cNvPr id="10251" name="Rectangle 16"/>
          <p:cNvSpPr>
            <a:spLocks noChangeArrowheads="1"/>
          </p:cNvSpPr>
          <p:nvPr/>
        </p:nvSpPr>
        <p:spPr bwMode="auto">
          <a:xfrm>
            <a:off x="5407975" y="3713162"/>
            <a:ext cx="2197100" cy="520700"/>
          </a:xfrm>
          <a:prstGeom prst="rect">
            <a:avLst/>
          </a:prstGeom>
          <a:noFill/>
          <a:ln w="25400">
            <a:solidFill>
              <a:schemeClr val="tx2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0252" name="Rectangle 17" descr="Light vertical"/>
          <p:cNvSpPr>
            <a:spLocks noChangeArrowheads="1"/>
          </p:cNvSpPr>
          <p:nvPr/>
        </p:nvSpPr>
        <p:spPr bwMode="auto">
          <a:xfrm>
            <a:off x="5484175" y="3789362"/>
            <a:ext cx="292100" cy="292100"/>
          </a:xfrm>
          <a:prstGeom prst="rect">
            <a:avLst/>
          </a:prstGeom>
          <a:pattFill prst="ltVert">
            <a:fgClr>
              <a:schemeClr val="hlink"/>
            </a:fgClr>
            <a:bgClr>
              <a:srgbClr val="FFFFFF"/>
            </a:bgClr>
          </a:pattFill>
          <a:ln w="25400">
            <a:solidFill>
              <a:schemeClr val="tx2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0253" name="Rectangle 18" descr="Light vertical"/>
          <p:cNvSpPr>
            <a:spLocks noChangeArrowheads="1"/>
          </p:cNvSpPr>
          <p:nvPr/>
        </p:nvSpPr>
        <p:spPr bwMode="auto">
          <a:xfrm>
            <a:off x="5941375" y="3789362"/>
            <a:ext cx="292100" cy="292100"/>
          </a:xfrm>
          <a:prstGeom prst="rect">
            <a:avLst/>
          </a:prstGeom>
          <a:pattFill prst="ltVert">
            <a:fgClr>
              <a:schemeClr val="hlink"/>
            </a:fgClr>
            <a:bgClr>
              <a:srgbClr val="FFFFFF"/>
            </a:bgClr>
          </a:pattFill>
          <a:ln w="25400">
            <a:solidFill>
              <a:schemeClr val="tx2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0254" name="Rectangle 19"/>
          <p:cNvSpPr>
            <a:spLocks noChangeArrowheads="1"/>
          </p:cNvSpPr>
          <p:nvPr/>
        </p:nvSpPr>
        <p:spPr bwMode="auto">
          <a:xfrm>
            <a:off x="6370000" y="3595688"/>
            <a:ext cx="695704" cy="58221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sz="3200" b="1">
                <a:solidFill>
                  <a:schemeClr val="tx2"/>
                </a:solidFill>
                <a:latin typeface="Book Antiqua" pitchFamily="18" charset="0"/>
              </a:rPr>
              <a:t>. . .</a:t>
            </a:r>
          </a:p>
        </p:txBody>
      </p:sp>
      <p:sp>
        <p:nvSpPr>
          <p:cNvPr id="10255" name="Rectangle 20" descr="Light vertical"/>
          <p:cNvSpPr>
            <a:spLocks noChangeArrowheads="1"/>
          </p:cNvSpPr>
          <p:nvPr/>
        </p:nvSpPr>
        <p:spPr bwMode="auto">
          <a:xfrm>
            <a:off x="7084375" y="3789362"/>
            <a:ext cx="292100" cy="292100"/>
          </a:xfrm>
          <a:prstGeom prst="rect">
            <a:avLst/>
          </a:prstGeom>
          <a:pattFill prst="ltVert">
            <a:fgClr>
              <a:schemeClr val="hlink"/>
            </a:fgClr>
            <a:bgClr>
              <a:srgbClr val="FFFFFF"/>
            </a:bgClr>
          </a:pattFill>
          <a:ln w="25400">
            <a:solidFill>
              <a:schemeClr val="tx2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0256" name="Rectangle 21" descr="Light horizontal"/>
          <p:cNvSpPr>
            <a:spLocks noChangeArrowheads="1"/>
          </p:cNvSpPr>
          <p:nvPr/>
        </p:nvSpPr>
        <p:spPr bwMode="auto">
          <a:xfrm>
            <a:off x="5407975" y="4710112"/>
            <a:ext cx="292100" cy="292100"/>
          </a:xfrm>
          <a:prstGeom prst="rect">
            <a:avLst/>
          </a:prstGeom>
          <a:pattFill prst="ltHorz">
            <a:fgClr>
              <a:schemeClr val="hlink"/>
            </a:fgClr>
            <a:bgClr>
              <a:srgbClr val="FFFFFF"/>
            </a:bgClr>
          </a:pattFill>
          <a:ln w="25400">
            <a:solidFill>
              <a:schemeClr val="tx2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0257" name="Rectangle 22" descr="Light horizontal"/>
          <p:cNvSpPr>
            <a:spLocks noChangeArrowheads="1"/>
          </p:cNvSpPr>
          <p:nvPr/>
        </p:nvSpPr>
        <p:spPr bwMode="auto">
          <a:xfrm>
            <a:off x="7312975" y="4703762"/>
            <a:ext cx="292100" cy="292100"/>
          </a:xfrm>
          <a:prstGeom prst="rect">
            <a:avLst/>
          </a:prstGeom>
          <a:pattFill prst="smGrid">
            <a:fgClr>
              <a:schemeClr val="hlink"/>
            </a:fgClr>
            <a:bgClr>
              <a:srgbClr val="FFFFFF"/>
            </a:bgClr>
          </a:pattFill>
          <a:ln w="25400">
            <a:solidFill>
              <a:schemeClr val="tx2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0258" name="Line 23"/>
          <p:cNvSpPr>
            <a:spLocks noChangeShapeType="1"/>
          </p:cNvSpPr>
          <p:nvPr/>
        </p:nvSpPr>
        <p:spPr bwMode="auto">
          <a:xfrm>
            <a:off x="4569775" y="3935412"/>
            <a:ext cx="825500" cy="0"/>
          </a:xfrm>
          <a:prstGeom prst="line">
            <a:avLst/>
          </a:prstGeom>
          <a:noFill/>
          <a:ln w="25400">
            <a:solidFill>
              <a:schemeClr val="tx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259" name="Line 24"/>
          <p:cNvSpPr>
            <a:spLocks noChangeShapeType="1"/>
          </p:cNvSpPr>
          <p:nvPr/>
        </p:nvSpPr>
        <p:spPr bwMode="auto">
          <a:xfrm>
            <a:off x="4569775" y="4849812"/>
            <a:ext cx="825500" cy="0"/>
          </a:xfrm>
          <a:prstGeom prst="line">
            <a:avLst/>
          </a:prstGeom>
          <a:noFill/>
          <a:ln w="25400">
            <a:solidFill>
              <a:schemeClr val="tx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260" name="Line 25"/>
          <p:cNvSpPr>
            <a:spLocks noChangeShapeType="1"/>
          </p:cNvSpPr>
          <p:nvPr/>
        </p:nvSpPr>
        <p:spPr bwMode="auto">
          <a:xfrm>
            <a:off x="7617775" y="4849812"/>
            <a:ext cx="977900" cy="0"/>
          </a:xfrm>
          <a:prstGeom prst="line">
            <a:avLst/>
          </a:prstGeom>
          <a:noFill/>
          <a:ln w="25400">
            <a:solidFill>
              <a:schemeClr val="tx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261" name="Rectangle 26"/>
          <p:cNvSpPr>
            <a:spLocks noChangeArrowheads="1"/>
          </p:cNvSpPr>
          <p:nvPr/>
        </p:nvSpPr>
        <p:spPr bwMode="auto">
          <a:xfrm>
            <a:off x="3703000" y="2971801"/>
            <a:ext cx="815930" cy="3975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sz="2000">
                <a:solidFill>
                  <a:schemeClr val="tx2"/>
                </a:solidFill>
                <a:latin typeface="Book Antiqua" pitchFamily="18" charset="0"/>
              </a:rPr>
              <a:t>R &amp; S</a:t>
            </a:r>
          </a:p>
        </p:txBody>
      </p:sp>
      <p:sp>
        <p:nvSpPr>
          <p:cNvPr id="10262" name="Rectangle 27"/>
          <p:cNvSpPr>
            <a:spLocks noChangeArrowheads="1"/>
          </p:cNvSpPr>
          <p:nvPr/>
        </p:nvSpPr>
        <p:spPr bwMode="auto">
          <a:xfrm>
            <a:off x="5519599" y="3373438"/>
            <a:ext cx="2031006" cy="33598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/>
          <a:p>
            <a:pPr algn="ctr" eaLnBrk="0" hangingPunct="0"/>
            <a:r>
              <a:rPr lang="en-US" sz="1600" b="1" dirty="0">
                <a:solidFill>
                  <a:schemeClr val="tx2"/>
                </a:solidFill>
                <a:latin typeface="Times New Roman" pitchFamily="18" charset="0"/>
              </a:rPr>
              <a:t>Bloc de </a:t>
            </a:r>
            <a:r>
              <a:rPr lang="en-US" sz="1600" b="1" dirty="0" err="1">
                <a:solidFill>
                  <a:schemeClr val="tx2"/>
                </a:solidFill>
                <a:latin typeface="Times New Roman" pitchFamily="18" charset="0"/>
              </a:rPr>
              <a:t>pagini</a:t>
            </a:r>
            <a:r>
              <a:rPr lang="en-US" sz="1600" b="1" dirty="0">
                <a:solidFill>
                  <a:schemeClr val="tx2"/>
                </a:solidFill>
                <a:latin typeface="Times New Roman" pitchFamily="18" charset="0"/>
              </a:rPr>
              <a:t> din R</a:t>
            </a:r>
          </a:p>
        </p:txBody>
      </p:sp>
      <p:sp>
        <p:nvSpPr>
          <p:cNvPr id="10263" name="Rectangle 28"/>
          <p:cNvSpPr>
            <a:spLocks noChangeArrowheads="1"/>
          </p:cNvSpPr>
          <p:nvPr/>
        </p:nvSpPr>
        <p:spPr bwMode="auto">
          <a:xfrm>
            <a:off x="4923788" y="4997451"/>
            <a:ext cx="1288815" cy="33598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sz="1600" b="1" dirty="0" err="1">
                <a:solidFill>
                  <a:schemeClr val="tx2"/>
                </a:solidFill>
                <a:latin typeface="Times New Roman" pitchFamily="18" charset="0"/>
              </a:rPr>
              <a:t>Pagina</a:t>
            </a:r>
            <a:r>
              <a:rPr lang="en-US" sz="1600" b="1" dirty="0">
                <a:solidFill>
                  <a:schemeClr val="tx2"/>
                </a:solidFill>
                <a:latin typeface="Times New Roman" pitchFamily="18" charset="0"/>
              </a:rPr>
              <a:t> din S</a:t>
            </a:r>
          </a:p>
        </p:txBody>
      </p:sp>
      <p:sp>
        <p:nvSpPr>
          <p:cNvPr id="10264" name="Rectangle 29"/>
          <p:cNvSpPr>
            <a:spLocks noChangeArrowheads="1"/>
          </p:cNvSpPr>
          <p:nvPr/>
        </p:nvSpPr>
        <p:spPr bwMode="auto">
          <a:xfrm>
            <a:off x="6828787" y="4995863"/>
            <a:ext cx="1078822" cy="33598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sz="1600" b="1" dirty="0">
                <a:solidFill>
                  <a:schemeClr val="tx2"/>
                </a:solidFill>
                <a:latin typeface="Times New Roman" pitchFamily="18" charset="0"/>
              </a:rPr>
              <a:t>   </a:t>
            </a:r>
            <a:r>
              <a:rPr lang="en-US" sz="1600" b="1" dirty="0" err="1">
                <a:solidFill>
                  <a:schemeClr val="tx2"/>
                </a:solidFill>
                <a:latin typeface="Times New Roman" pitchFamily="18" charset="0"/>
              </a:rPr>
              <a:t>Rezultat</a:t>
            </a:r>
            <a:endParaRPr lang="en-US" sz="1600" b="1" dirty="0">
              <a:solidFill>
                <a:schemeClr val="tx2"/>
              </a:solidFill>
              <a:latin typeface="Times New Roman" pitchFamily="18" charset="0"/>
            </a:endParaRPr>
          </a:p>
        </p:txBody>
      </p:sp>
      <p:sp>
        <p:nvSpPr>
          <p:cNvPr id="10265" name="Freeform 30"/>
          <p:cNvSpPr>
            <a:spLocks/>
          </p:cNvSpPr>
          <p:nvPr/>
        </p:nvSpPr>
        <p:spPr bwMode="auto">
          <a:xfrm>
            <a:off x="5477826" y="4164012"/>
            <a:ext cx="306387" cy="534988"/>
          </a:xfrm>
          <a:custGeom>
            <a:avLst/>
            <a:gdLst>
              <a:gd name="T0" fmla="*/ 2147483647 w 193"/>
              <a:gd name="T1" fmla="*/ 2147483647 h 337"/>
              <a:gd name="T2" fmla="*/ 2147483647 w 193"/>
              <a:gd name="T3" fmla="*/ 2147483647 h 337"/>
              <a:gd name="T4" fmla="*/ 0 w 193"/>
              <a:gd name="T5" fmla="*/ 2147483647 h 337"/>
              <a:gd name="T6" fmla="*/ 2147483647 w 193"/>
              <a:gd name="T7" fmla="*/ 2147483647 h 337"/>
              <a:gd name="T8" fmla="*/ 2147483647 w 193"/>
              <a:gd name="T9" fmla="*/ 0 h 337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193"/>
              <a:gd name="T16" fmla="*/ 0 h 337"/>
              <a:gd name="T17" fmla="*/ 193 w 193"/>
              <a:gd name="T18" fmla="*/ 337 h 337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193" h="337">
                <a:moveTo>
                  <a:pt x="48" y="336"/>
                </a:moveTo>
                <a:lnTo>
                  <a:pt x="144" y="144"/>
                </a:lnTo>
                <a:lnTo>
                  <a:pt x="0" y="192"/>
                </a:lnTo>
                <a:lnTo>
                  <a:pt x="2" y="166"/>
                </a:lnTo>
                <a:lnTo>
                  <a:pt x="192" y="0"/>
                </a:lnTo>
              </a:path>
            </a:pathLst>
          </a:custGeom>
          <a:noFill/>
          <a:ln w="25400" cap="rnd" cmpd="sng">
            <a:solidFill>
              <a:schemeClr val="tx2"/>
            </a:solidFill>
            <a:prstDash val="solid"/>
            <a:round/>
            <a:headEnd type="non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grpSp>
        <p:nvGrpSpPr>
          <p:cNvPr id="10266" name="Group 32"/>
          <p:cNvGrpSpPr>
            <a:grpSpLocks/>
          </p:cNvGrpSpPr>
          <p:nvPr/>
        </p:nvGrpSpPr>
        <p:grpSpPr bwMode="auto">
          <a:xfrm>
            <a:off x="8602025" y="3332162"/>
            <a:ext cx="838200" cy="2020888"/>
            <a:chOff x="4224" y="2644"/>
            <a:chExt cx="528" cy="1273"/>
          </a:xfrm>
        </p:grpSpPr>
        <p:sp>
          <p:nvSpPr>
            <p:cNvPr id="10272" name="Oval 33"/>
            <p:cNvSpPr>
              <a:spLocks noChangeArrowheads="1"/>
            </p:cNvSpPr>
            <p:nvPr/>
          </p:nvSpPr>
          <p:spPr bwMode="auto">
            <a:xfrm>
              <a:off x="4228" y="2644"/>
              <a:ext cx="520" cy="88"/>
            </a:xfrm>
            <a:prstGeom prst="ellipse">
              <a:avLst/>
            </a:prstGeom>
            <a:noFill/>
            <a:ln w="25400">
              <a:solidFill>
                <a:schemeClr val="tx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0273" name="Line 34"/>
            <p:cNvSpPr>
              <a:spLocks noChangeShapeType="1"/>
            </p:cNvSpPr>
            <p:nvPr/>
          </p:nvSpPr>
          <p:spPr bwMode="auto">
            <a:xfrm>
              <a:off x="4224" y="2692"/>
              <a:ext cx="0" cy="1144"/>
            </a:xfrm>
            <a:prstGeom prst="line">
              <a:avLst/>
            </a:prstGeom>
            <a:noFill/>
            <a:ln w="25400">
              <a:solidFill>
                <a:schemeClr val="tx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274" name="Line 35"/>
            <p:cNvSpPr>
              <a:spLocks noChangeShapeType="1"/>
            </p:cNvSpPr>
            <p:nvPr/>
          </p:nvSpPr>
          <p:spPr bwMode="auto">
            <a:xfrm>
              <a:off x="4752" y="2692"/>
              <a:ext cx="0" cy="1144"/>
            </a:xfrm>
            <a:prstGeom prst="line">
              <a:avLst/>
            </a:prstGeom>
            <a:noFill/>
            <a:ln w="25400">
              <a:solidFill>
                <a:schemeClr val="tx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275" name="Arc 36"/>
            <p:cNvSpPr>
              <a:spLocks/>
            </p:cNvSpPr>
            <p:nvPr/>
          </p:nvSpPr>
          <p:spPr bwMode="auto">
            <a:xfrm>
              <a:off x="4227" y="3843"/>
              <a:ext cx="520" cy="74"/>
            </a:xfrm>
            <a:custGeom>
              <a:avLst/>
              <a:gdLst>
                <a:gd name="T0" fmla="*/ 0 w 43200"/>
                <a:gd name="T1" fmla="*/ 0 h 22202"/>
                <a:gd name="T2" fmla="*/ 0 w 43200"/>
                <a:gd name="T3" fmla="*/ 0 h 22202"/>
                <a:gd name="T4" fmla="*/ 0 w 43200"/>
                <a:gd name="T5" fmla="*/ 0 h 22202"/>
                <a:gd name="T6" fmla="*/ 0 60000 65536"/>
                <a:gd name="T7" fmla="*/ 0 60000 65536"/>
                <a:gd name="T8" fmla="*/ 0 60000 65536"/>
                <a:gd name="T9" fmla="*/ 0 w 43200"/>
                <a:gd name="T10" fmla="*/ 0 h 22202"/>
                <a:gd name="T11" fmla="*/ 43200 w 43200"/>
                <a:gd name="T12" fmla="*/ 22202 h 22202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43200" h="22202" fill="none" extrusionOk="0">
                  <a:moveTo>
                    <a:pt x="43191" y="0"/>
                  </a:moveTo>
                  <a:cubicBezTo>
                    <a:pt x="43197" y="200"/>
                    <a:pt x="43200" y="401"/>
                    <a:pt x="43200" y="602"/>
                  </a:cubicBezTo>
                  <a:cubicBezTo>
                    <a:pt x="43200" y="12531"/>
                    <a:pt x="33529" y="22202"/>
                    <a:pt x="21600" y="22202"/>
                  </a:cubicBezTo>
                  <a:cubicBezTo>
                    <a:pt x="9670" y="22202"/>
                    <a:pt x="0" y="12531"/>
                    <a:pt x="0" y="602"/>
                  </a:cubicBezTo>
                </a:path>
                <a:path w="43200" h="22202" stroke="0" extrusionOk="0">
                  <a:moveTo>
                    <a:pt x="43191" y="0"/>
                  </a:moveTo>
                  <a:cubicBezTo>
                    <a:pt x="43197" y="200"/>
                    <a:pt x="43200" y="401"/>
                    <a:pt x="43200" y="602"/>
                  </a:cubicBezTo>
                  <a:cubicBezTo>
                    <a:pt x="43200" y="12531"/>
                    <a:pt x="33529" y="22202"/>
                    <a:pt x="21600" y="22202"/>
                  </a:cubicBezTo>
                  <a:cubicBezTo>
                    <a:pt x="9670" y="22202"/>
                    <a:pt x="0" y="12531"/>
                    <a:pt x="0" y="602"/>
                  </a:cubicBezTo>
                  <a:lnTo>
                    <a:pt x="21600" y="602"/>
                  </a:lnTo>
                  <a:lnTo>
                    <a:pt x="43191" y="0"/>
                  </a:lnTo>
                  <a:close/>
                </a:path>
              </a:pathLst>
            </a:custGeom>
            <a:noFill/>
            <a:ln w="25400" cap="rnd">
              <a:solidFill>
                <a:schemeClr val="tx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0267" name="Rectangle 37" descr="Small grid"/>
          <p:cNvSpPr>
            <a:spLocks noChangeArrowheads="1"/>
          </p:cNvSpPr>
          <p:nvPr/>
        </p:nvSpPr>
        <p:spPr bwMode="auto">
          <a:xfrm>
            <a:off x="8913175" y="3636962"/>
            <a:ext cx="292100" cy="292100"/>
          </a:xfrm>
          <a:prstGeom prst="rect">
            <a:avLst/>
          </a:prstGeom>
          <a:pattFill prst="smGrid">
            <a:fgClr>
              <a:schemeClr val="hlink"/>
            </a:fgClr>
            <a:bgClr>
              <a:schemeClr val="bg1"/>
            </a:bgClr>
          </a:pattFill>
          <a:ln w="25400">
            <a:solidFill>
              <a:schemeClr val="tx2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0268" name="Rectangle 38" descr="Small grid"/>
          <p:cNvSpPr>
            <a:spLocks noChangeArrowheads="1"/>
          </p:cNvSpPr>
          <p:nvPr/>
        </p:nvSpPr>
        <p:spPr bwMode="auto">
          <a:xfrm>
            <a:off x="8913175" y="4094162"/>
            <a:ext cx="292100" cy="292100"/>
          </a:xfrm>
          <a:prstGeom prst="rect">
            <a:avLst/>
          </a:prstGeom>
          <a:pattFill prst="smGrid">
            <a:fgClr>
              <a:schemeClr val="hlink"/>
            </a:fgClr>
            <a:bgClr>
              <a:schemeClr val="bg1"/>
            </a:bgClr>
          </a:pattFill>
          <a:ln w="25400">
            <a:solidFill>
              <a:schemeClr val="tx2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0269" name="Rectangle 39" descr="Small grid"/>
          <p:cNvSpPr>
            <a:spLocks noChangeArrowheads="1"/>
          </p:cNvSpPr>
          <p:nvPr/>
        </p:nvSpPr>
        <p:spPr bwMode="auto">
          <a:xfrm>
            <a:off x="8913175" y="4856162"/>
            <a:ext cx="292100" cy="292100"/>
          </a:xfrm>
          <a:prstGeom prst="rect">
            <a:avLst/>
          </a:prstGeom>
          <a:pattFill prst="smGrid">
            <a:fgClr>
              <a:schemeClr val="hlink"/>
            </a:fgClr>
            <a:bgClr>
              <a:schemeClr val="bg1"/>
            </a:bgClr>
          </a:pattFill>
          <a:ln w="25400">
            <a:solidFill>
              <a:schemeClr val="tx2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0270" name="Rectangle 40"/>
          <p:cNvSpPr>
            <a:spLocks noChangeArrowheads="1"/>
          </p:cNvSpPr>
          <p:nvPr/>
        </p:nvSpPr>
        <p:spPr bwMode="auto">
          <a:xfrm>
            <a:off x="8732200" y="4281488"/>
            <a:ext cx="695704" cy="58221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sz="3200" b="1">
                <a:solidFill>
                  <a:schemeClr val="tx2"/>
                </a:solidFill>
                <a:latin typeface="Book Antiqua" pitchFamily="18" charset="0"/>
              </a:rPr>
              <a:t>. . .</a:t>
            </a:r>
          </a:p>
        </p:txBody>
      </p:sp>
      <p:sp>
        <p:nvSpPr>
          <p:cNvPr id="10271" name="Rectangle 41"/>
          <p:cNvSpPr>
            <a:spLocks noChangeArrowheads="1"/>
          </p:cNvSpPr>
          <p:nvPr/>
        </p:nvSpPr>
        <p:spPr bwMode="auto">
          <a:xfrm>
            <a:off x="8275000" y="2971801"/>
            <a:ext cx="1707200" cy="3975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sz="2000" dirty="0" err="1">
                <a:solidFill>
                  <a:schemeClr val="tx2"/>
                </a:solidFill>
                <a:latin typeface="Book Antiqua" pitchFamily="18" charset="0"/>
              </a:rPr>
              <a:t>Rezultat</a:t>
            </a:r>
            <a:r>
              <a:rPr lang="en-US" sz="2000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US" sz="2000" i="1" dirty="0">
                <a:solidFill>
                  <a:schemeClr val="tx2"/>
                </a:solidFill>
                <a:latin typeface="Book Antiqua" pitchFamily="18" charset="0"/>
              </a:rPr>
              <a:t>Join 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7" name="Rectangle 2"/>
          <p:cNvSpPr>
            <a:spLocks noGrp="1" noChangeArrowheads="1"/>
          </p:cNvSpPr>
          <p:nvPr>
            <p:ph type="ctrTitle" idx="4294967295"/>
          </p:nvPr>
        </p:nvSpPr>
        <p:spPr>
          <a:xfrm>
            <a:off x="228600" y="457201"/>
            <a:ext cx="10439400" cy="646331"/>
          </a:xfrm>
          <a:noFill/>
        </p:spPr>
        <p:txBody>
          <a:bodyPr/>
          <a:lstStyle/>
          <a:p>
            <a:pPr eaLnBrk="1" hangingPunct="1"/>
            <a:r>
              <a:rPr lang="en-US" dirty="0" err="1"/>
              <a:t>Exemplu</a:t>
            </a:r>
            <a:r>
              <a:rPr lang="en-US" dirty="0"/>
              <a:t> </a:t>
            </a:r>
            <a:r>
              <a:rPr lang="en-US" dirty="0" err="1"/>
              <a:t>pentru</a:t>
            </a:r>
            <a:r>
              <a:rPr lang="en-US" dirty="0"/>
              <a:t> Block Nested Loops</a:t>
            </a:r>
          </a:p>
        </p:txBody>
      </p:sp>
      <p:sp>
        <p:nvSpPr>
          <p:cNvPr id="11268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524000" y="1447800"/>
            <a:ext cx="10632744" cy="5029200"/>
          </a:xfrm>
          <a:noFill/>
        </p:spPr>
        <p:txBody>
          <a:bodyPr/>
          <a:lstStyle/>
          <a:p>
            <a:pPr eaLnBrk="1" hangingPunct="1"/>
            <a:r>
              <a:rPr lang="en-US" sz="2400" dirty="0">
                <a:solidFill>
                  <a:schemeClr val="folHlink"/>
                </a:solidFill>
              </a:rPr>
              <a:t>Cost:  Scan. </a:t>
            </a:r>
            <a:r>
              <a:rPr lang="en-US" sz="2400" dirty="0" err="1">
                <a:solidFill>
                  <a:schemeClr val="folHlink"/>
                </a:solidFill>
              </a:rPr>
              <a:t>tabel</a:t>
            </a:r>
            <a:r>
              <a:rPr lang="vi-VN" sz="2400" dirty="0">
                <a:solidFill>
                  <a:schemeClr val="folHlink"/>
                </a:solidFill>
              </a:rPr>
              <a:t>ă</a:t>
            </a:r>
            <a:r>
              <a:rPr lang="en-US" sz="2400" dirty="0">
                <a:solidFill>
                  <a:schemeClr val="folHlink"/>
                </a:solidFill>
              </a:rPr>
              <a:t> extern</a:t>
            </a:r>
            <a:r>
              <a:rPr lang="vi-VN" sz="2400" dirty="0">
                <a:solidFill>
                  <a:schemeClr val="folHlink"/>
                </a:solidFill>
              </a:rPr>
              <a:t>ă</a:t>
            </a:r>
            <a:r>
              <a:rPr lang="en-US" sz="2400" dirty="0">
                <a:solidFill>
                  <a:schemeClr val="folHlink"/>
                </a:solidFill>
              </a:rPr>
              <a:t> +  #(</a:t>
            </a:r>
            <a:r>
              <a:rPr lang="en-US" sz="2400" dirty="0" err="1">
                <a:solidFill>
                  <a:schemeClr val="folHlink"/>
                </a:solidFill>
              </a:rPr>
              <a:t>blocuri</a:t>
            </a:r>
            <a:r>
              <a:rPr lang="en-US" sz="2400" dirty="0">
                <a:solidFill>
                  <a:schemeClr val="folHlink"/>
                </a:solidFill>
              </a:rPr>
              <a:t> </a:t>
            </a:r>
            <a:r>
              <a:rPr lang="en-US" sz="2400" dirty="0" err="1">
                <a:solidFill>
                  <a:schemeClr val="folHlink"/>
                </a:solidFill>
              </a:rPr>
              <a:t>externe</a:t>
            </a:r>
            <a:r>
              <a:rPr lang="en-US" sz="2400" dirty="0">
                <a:solidFill>
                  <a:schemeClr val="folHlink"/>
                </a:solidFill>
              </a:rPr>
              <a:t>) * scan. </a:t>
            </a:r>
            <a:r>
              <a:rPr lang="en-US" sz="2400" dirty="0" err="1">
                <a:solidFill>
                  <a:schemeClr val="folHlink"/>
                </a:solidFill>
              </a:rPr>
              <a:t>tabel</a:t>
            </a:r>
            <a:r>
              <a:rPr lang="vi-VN" sz="2400" dirty="0">
                <a:solidFill>
                  <a:schemeClr val="folHlink"/>
                </a:solidFill>
              </a:rPr>
              <a:t>ă</a:t>
            </a:r>
            <a:r>
              <a:rPr lang="en-US" sz="2400" dirty="0">
                <a:solidFill>
                  <a:schemeClr val="folHlink"/>
                </a:solidFill>
              </a:rPr>
              <a:t> intern</a:t>
            </a:r>
            <a:r>
              <a:rPr lang="vi-VN" sz="2400" dirty="0">
                <a:solidFill>
                  <a:schemeClr val="folHlink"/>
                </a:solidFill>
              </a:rPr>
              <a:t>ă</a:t>
            </a:r>
            <a:endParaRPr lang="en-US" sz="2400" dirty="0">
              <a:solidFill>
                <a:schemeClr val="folHlink"/>
              </a:solidFill>
            </a:endParaRPr>
          </a:p>
          <a:p>
            <a:pPr marL="571500" lvl="1" indent="0" eaLnBrk="1" hangingPunct="1">
              <a:buSzPct val="75000"/>
              <a:buNone/>
            </a:pPr>
            <a:r>
              <a:rPr lang="en-US" sz="2400" dirty="0"/>
              <a:t>#</a:t>
            </a:r>
            <a:r>
              <a:rPr lang="en-US" sz="2400" dirty="0" err="1"/>
              <a:t>blocuri</a:t>
            </a:r>
            <a:r>
              <a:rPr lang="en-US" sz="2400" dirty="0"/>
              <a:t> </a:t>
            </a:r>
            <a:r>
              <a:rPr lang="en-US" sz="2400" dirty="0" err="1"/>
              <a:t>externe</a:t>
            </a:r>
            <a:r>
              <a:rPr lang="en-US" sz="2400" dirty="0"/>
              <a:t> =</a:t>
            </a:r>
            <a:r>
              <a:rPr lang="en-US" sz="2400" dirty="0">
                <a:sym typeface="Symbol" pitchFamily="18" charset="2"/>
              </a:rPr>
              <a:t>nr de </a:t>
            </a:r>
            <a:r>
              <a:rPr lang="en-US" sz="2400" dirty="0" err="1">
                <a:sym typeface="Symbol" pitchFamily="18" charset="2"/>
              </a:rPr>
              <a:t>pagini</a:t>
            </a:r>
            <a:r>
              <a:rPr lang="en-US" sz="2400" dirty="0">
                <a:sym typeface="Symbol" pitchFamily="18" charset="2"/>
              </a:rPr>
              <a:t> / dim bloc</a:t>
            </a:r>
          </a:p>
          <a:p>
            <a:pPr marL="571500" lvl="1" indent="0" eaLnBrk="1" hangingPunct="1">
              <a:buSzPct val="75000"/>
              <a:buNone/>
            </a:pPr>
            <a:endParaRPr lang="en-US" sz="2400" dirty="0"/>
          </a:p>
          <a:p>
            <a:pPr marL="228600" indent="-228600" eaLnBrk="1" hangingPunct="1">
              <a:buFont typeface="Wingdings" pitchFamily="2" charset="2"/>
              <a:buChar char="n"/>
            </a:pPr>
            <a:r>
              <a:rPr lang="en-US" sz="2400" dirty="0"/>
              <a:t>Cu </a:t>
            </a:r>
            <a:r>
              <a:rPr lang="en-US" sz="2400" i="1" dirty="0"/>
              <a:t>Evaluations</a:t>
            </a:r>
            <a:r>
              <a:rPr lang="en-US" sz="2400" dirty="0"/>
              <a:t> (R) </a:t>
            </a:r>
            <a:r>
              <a:rPr lang="en-US" sz="2400" dirty="0" err="1"/>
              <a:t>ca</a:t>
            </a:r>
            <a:r>
              <a:rPr lang="en-US" sz="2400" dirty="0"/>
              <a:t> </a:t>
            </a:r>
            <a:r>
              <a:rPr lang="en-US" sz="2400" dirty="0" err="1"/>
              <a:t>tabel</a:t>
            </a:r>
            <a:r>
              <a:rPr lang="vi-VN" sz="2400" dirty="0"/>
              <a:t>ă</a:t>
            </a:r>
            <a:r>
              <a:rPr lang="en-US" sz="2400" dirty="0"/>
              <a:t> extern</a:t>
            </a:r>
            <a:r>
              <a:rPr lang="vi-VN" sz="2400" dirty="0"/>
              <a:t>ă</a:t>
            </a:r>
            <a:r>
              <a:rPr lang="en-US" sz="2400" dirty="0"/>
              <a:t>, </a:t>
            </a:r>
            <a:r>
              <a:rPr lang="en-US" sz="2400" dirty="0" err="1"/>
              <a:t>şi</a:t>
            </a:r>
            <a:r>
              <a:rPr lang="en-US" sz="2400" dirty="0"/>
              <a:t> bloc de 100 </a:t>
            </a:r>
            <a:r>
              <a:rPr lang="en-US" sz="2400" dirty="0" err="1"/>
              <a:t>pagini</a:t>
            </a:r>
            <a:r>
              <a:rPr lang="en-US" sz="2400" dirty="0"/>
              <a:t>:</a:t>
            </a:r>
          </a:p>
          <a:p>
            <a:pPr marL="749300" lvl="1" indent="-177800" eaLnBrk="1" hangingPunct="1">
              <a:buSzPct val="75000"/>
            </a:pPr>
            <a:r>
              <a:rPr lang="en-US" sz="2400" dirty="0"/>
              <a:t> Cost </a:t>
            </a:r>
            <a:r>
              <a:rPr lang="en-US" sz="2400" dirty="0" err="1"/>
              <a:t>scanare</a:t>
            </a:r>
            <a:r>
              <a:rPr lang="en-US" sz="2400" dirty="0"/>
              <a:t> R </a:t>
            </a:r>
            <a:r>
              <a:rPr lang="en-US" sz="2400" dirty="0" err="1"/>
              <a:t>este</a:t>
            </a:r>
            <a:r>
              <a:rPr lang="en-US" sz="2400" dirty="0"/>
              <a:t> </a:t>
            </a:r>
            <a:r>
              <a:rPr lang="en-US" sz="2400" dirty="0">
                <a:solidFill>
                  <a:srgbClr val="C00000"/>
                </a:solidFill>
              </a:rPr>
              <a:t>1000 </a:t>
            </a:r>
            <a:r>
              <a:rPr lang="en-US" sz="2400" dirty="0"/>
              <a:t>I/</a:t>
            </a:r>
            <a:r>
              <a:rPr lang="en-US" sz="2400" dirty="0" err="1"/>
              <a:t>Os</a:t>
            </a:r>
            <a:r>
              <a:rPr lang="en-US" sz="2400" dirty="0"/>
              <a:t>;  un total de 10 </a:t>
            </a:r>
            <a:r>
              <a:rPr lang="en-US" sz="2400" i="1" dirty="0" err="1"/>
              <a:t>blocuri</a:t>
            </a:r>
            <a:r>
              <a:rPr lang="en-US" sz="2400" dirty="0"/>
              <a:t>.</a:t>
            </a:r>
          </a:p>
          <a:p>
            <a:pPr marL="749300" lvl="1" indent="-177800" eaLnBrk="1" hangingPunct="1">
              <a:buSzPct val="75000"/>
            </a:pPr>
            <a:r>
              <a:rPr lang="en-US" sz="2400" dirty="0"/>
              <a:t> </a:t>
            </a:r>
            <a:r>
              <a:rPr lang="en-US" sz="2400" dirty="0" err="1"/>
              <a:t>Pt</a:t>
            </a:r>
            <a:r>
              <a:rPr lang="en-US" sz="2400" dirty="0"/>
              <a:t> </a:t>
            </a:r>
            <a:r>
              <a:rPr lang="en-US" sz="2400" dirty="0" err="1"/>
              <a:t>fiecare</a:t>
            </a:r>
            <a:r>
              <a:rPr lang="en-US" sz="2400" dirty="0"/>
              <a:t> bloc din R, se </a:t>
            </a:r>
            <a:r>
              <a:rPr lang="en-US" sz="2400" dirty="0" err="1"/>
              <a:t>scaneaz</a:t>
            </a:r>
            <a:r>
              <a:rPr lang="vi-VN" sz="2400" dirty="0"/>
              <a:t>ă</a:t>
            </a:r>
            <a:r>
              <a:rPr lang="en-US" sz="2400" dirty="0"/>
              <a:t> </a:t>
            </a:r>
            <a:r>
              <a:rPr lang="en-US" sz="2400" i="1" dirty="0"/>
              <a:t>Students:</a:t>
            </a:r>
            <a:r>
              <a:rPr lang="en-US" sz="2400" dirty="0"/>
              <a:t> </a:t>
            </a:r>
            <a:r>
              <a:rPr lang="en-US" sz="2400" dirty="0">
                <a:solidFill>
                  <a:srgbClr val="C00000"/>
                </a:solidFill>
              </a:rPr>
              <a:t>10*500</a:t>
            </a:r>
            <a:r>
              <a:rPr lang="en-US" sz="2400" dirty="0"/>
              <a:t> I/</a:t>
            </a:r>
            <a:r>
              <a:rPr lang="en-US" sz="2400" dirty="0" err="1"/>
              <a:t>Os</a:t>
            </a:r>
            <a:r>
              <a:rPr lang="en-US" sz="2400" dirty="0"/>
              <a:t>.</a:t>
            </a:r>
          </a:p>
          <a:p>
            <a:pPr marL="749300" lvl="1" indent="-177800" eaLnBrk="1" hangingPunct="1">
              <a:buSzPct val="75000"/>
            </a:pPr>
            <a:r>
              <a:rPr lang="en-US" sz="2400" dirty="0"/>
              <a:t> </a:t>
            </a:r>
            <a:r>
              <a:rPr lang="en-US" sz="2400" dirty="0" err="1"/>
              <a:t>Dac</a:t>
            </a:r>
            <a:r>
              <a:rPr lang="vi-VN" sz="2400" dirty="0"/>
              <a:t>ă</a:t>
            </a:r>
            <a:r>
              <a:rPr lang="en-US" sz="2400" dirty="0"/>
              <a:t> </a:t>
            </a:r>
            <a:r>
              <a:rPr lang="en-US" sz="2400" i="1" dirty="0" err="1"/>
              <a:t>bufferul</a:t>
            </a:r>
            <a:r>
              <a:rPr lang="en-US" sz="2400" i="1" dirty="0"/>
              <a:t> </a:t>
            </a:r>
            <a:r>
              <a:rPr lang="en-US" sz="2400" dirty="0" err="1"/>
              <a:t>avea</a:t>
            </a:r>
            <a:r>
              <a:rPr lang="en-US" sz="2400" dirty="0"/>
              <a:t> </a:t>
            </a:r>
            <a:r>
              <a:rPr lang="en-US" sz="2400" dirty="0" err="1"/>
              <a:t>doar</a:t>
            </a:r>
            <a:r>
              <a:rPr lang="en-US" sz="2400" dirty="0"/>
              <a:t> 90 </a:t>
            </a:r>
            <a:r>
              <a:rPr lang="en-US" sz="2400" dirty="0" err="1"/>
              <a:t>pagini</a:t>
            </a:r>
            <a:r>
              <a:rPr lang="en-US" sz="2400" dirty="0"/>
              <a:t> </a:t>
            </a:r>
            <a:r>
              <a:rPr lang="en-US" sz="2400" dirty="0" err="1"/>
              <a:t>libere</a:t>
            </a:r>
            <a:r>
              <a:rPr lang="en-US" sz="2400" dirty="0"/>
              <a:t>, S era </a:t>
            </a:r>
            <a:r>
              <a:rPr lang="en-US" sz="2400" dirty="0" err="1"/>
              <a:t>scanat</a:t>
            </a:r>
            <a:r>
              <a:rPr lang="en-US" sz="2400" dirty="0"/>
              <a:t> de 12 </a:t>
            </a:r>
            <a:r>
              <a:rPr lang="en-US" sz="2400" dirty="0" err="1"/>
              <a:t>ori</a:t>
            </a:r>
            <a:r>
              <a:rPr lang="en-US" sz="2400" dirty="0"/>
              <a:t>.</a:t>
            </a:r>
          </a:p>
          <a:p>
            <a:pPr marL="228600" indent="-228600" eaLnBrk="1" hangingPunct="1">
              <a:buFont typeface="Wingdings" pitchFamily="2" charset="2"/>
              <a:buChar char="n"/>
            </a:pPr>
            <a:r>
              <a:rPr lang="en-US" sz="2400" dirty="0"/>
              <a:t>Cu </a:t>
            </a:r>
            <a:r>
              <a:rPr lang="en-US" sz="2400" i="1" dirty="0"/>
              <a:t>Students</a:t>
            </a:r>
            <a:r>
              <a:rPr lang="en-US" sz="2400" dirty="0"/>
              <a:t> (S) </a:t>
            </a:r>
            <a:r>
              <a:rPr lang="en-US" sz="2400" dirty="0" err="1"/>
              <a:t>ca</a:t>
            </a:r>
            <a:r>
              <a:rPr lang="en-US" sz="2400" dirty="0"/>
              <a:t> </a:t>
            </a:r>
            <a:r>
              <a:rPr lang="en-US" sz="2400" dirty="0" err="1"/>
              <a:t>tabel</a:t>
            </a:r>
            <a:r>
              <a:rPr lang="vi-VN" sz="2400" dirty="0"/>
              <a:t>ă</a:t>
            </a:r>
            <a:r>
              <a:rPr lang="en-US" sz="2400" dirty="0"/>
              <a:t> extern</a:t>
            </a:r>
            <a:r>
              <a:rPr lang="vi-VN" sz="2400" dirty="0"/>
              <a:t>ă</a:t>
            </a:r>
            <a:r>
              <a:rPr lang="en-US" sz="2400" dirty="0"/>
              <a:t> (bloc de 100 </a:t>
            </a:r>
            <a:r>
              <a:rPr lang="en-US" sz="2400" dirty="0" err="1"/>
              <a:t>pagini</a:t>
            </a:r>
            <a:r>
              <a:rPr lang="en-US" sz="2400" dirty="0"/>
              <a:t>):</a:t>
            </a:r>
          </a:p>
          <a:p>
            <a:pPr marL="749300" lvl="1" indent="-177800" eaLnBrk="1" hangingPunct="1">
              <a:buSzPct val="75000"/>
            </a:pPr>
            <a:r>
              <a:rPr lang="en-US" sz="2400" dirty="0"/>
              <a:t> Cost </a:t>
            </a:r>
            <a:r>
              <a:rPr lang="en-US" sz="2400" dirty="0" err="1"/>
              <a:t>scanare</a:t>
            </a:r>
            <a:r>
              <a:rPr lang="en-US" sz="2400" dirty="0"/>
              <a:t> S </a:t>
            </a:r>
            <a:r>
              <a:rPr lang="en-US" sz="2400" dirty="0" err="1"/>
              <a:t>este</a:t>
            </a:r>
            <a:r>
              <a:rPr lang="en-US" sz="2400" dirty="0"/>
              <a:t> </a:t>
            </a:r>
            <a:r>
              <a:rPr lang="en-US" sz="2400" dirty="0">
                <a:solidFill>
                  <a:srgbClr val="C00000"/>
                </a:solidFill>
              </a:rPr>
              <a:t>500 </a:t>
            </a:r>
            <a:r>
              <a:rPr lang="en-US" sz="2400" dirty="0"/>
              <a:t>I/</a:t>
            </a:r>
            <a:r>
              <a:rPr lang="en-US" sz="2400" dirty="0" err="1"/>
              <a:t>Os</a:t>
            </a:r>
            <a:r>
              <a:rPr lang="en-US" sz="2400" dirty="0"/>
              <a:t>; un total de 5 </a:t>
            </a:r>
            <a:r>
              <a:rPr lang="en-US" sz="2400" dirty="0" err="1"/>
              <a:t>blocuri</a:t>
            </a:r>
            <a:r>
              <a:rPr lang="en-US" sz="2400" dirty="0"/>
              <a:t>.</a:t>
            </a:r>
          </a:p>
          <a:p>
            <a:pPr marL="749300" lvl="1" indent="-177800" eaLnBrk="1" hangingPunct="1">
              <a:buSzPct val="75000"/>
            </a:pPr>
            <a:r>
              <a:rPr lang="en-US" sz="2400" dirty="0"/>
              <a:t> </a:t>
            </a:r>
            <a:r>
              <a:rPr lang="en-US" sz="2400" dirty="0" err="1"/>
              <a:t>Pt</a:t>
            </a:r>
            <a:r>
              <a:rPr lang="en-US" sz="2400" dirty="0"/>
              <a:t> </a:t>
            </a:r>
            <a:r>
              <a:rPr lang="en-US" sz="2400" dirty="0" err="1"/>
              <a:t>fiecare</a:t>
            </a:r>
            <a:r>
              <a:rPr lang="en-US" sz="2400" dirty="0"/>
              <a:t> bloc din S, scan</a:t>
            </a:r>
            <a:r>
              <a:rPr lang="vi-VN" sz="2400" dirty="0"/>
              <a:t>ă</a:t>
            </a:r>
            <a:r>
              <a:rPr lang="en-US" sz="2400" dirty="0"/>
              <a:t>m </a:t>
            </a:r>
            <a:r>
              <a:rPr lang="en-US" sz="2400" i="1" dirty="0"/>
              <a:t>Evaluations</a:t>
            </a:r>
            <a:r>
              <a:rPr lang="en-US" sz="2400" dirty="0"/>
              <a:t>;   </a:t>
            </a:r>
            <a:r>
              <a:rPr lang="en-US" sz="2400" dirty="0">
                <a:solidFill>
                  <a:srgbClr val="C00000"/>
                </a:solidFill>
              </a:rPr>
              <a:t>5*1000</a:t>
            </a:r>
            <a:r>
              <a:rPr lang="en-US" sz="2400" dirty="0"/>
              <a:t> I/</a:t>
            </a:r>
            <a:r>
              <a:rPr lang="en-US" sz="2400" dirty="0" err="1"/>
              <a:t>Os</a:t>
            </a:r>
            <a:r>
              <a:rPr lang="en-US" sz="2400" dirty="0"/>
              <a:t>.</a:t>
            </a:r>
          </a:p>
          <a:p>
            <a:pPr eaLnBrk="1" hangingPunct="1"/>
            <a:endParaRPr lang="en-US" sz="2400" dirty="0">
              <a:cs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26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126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126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126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126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126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8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1268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1" name="Rectangle 2"/>
          <p:cNvSpPr>
            <a:spLocks noGrp="1" noChangeArrowheads="1"/>
          </p:cNvSpPr>
          <p:nvPr>
            <p:ph type="ctrTitle" idx="4294967295"/>
          </p:nvPr>
        </p:nvSpPr>
        <p:spPr>
          <a:xfrm>
            <a:off x="457200" y="420470"/>
            <a:ext cx="10210800" cy="646331"/>
          </a:xfrm>
          <a:noFill/>
        </p:spPr>
        <p:txBody>
          <a:bodyPr/>
          <a:lstStyle/>
          <a:p>
            <a:pPr eaLnBrk="1" hangingPunct="1"/>
            <a:r>
              <a:rPr lang="en-US" dirty="0"/>
              <a:t>Index Nested Loops Join</a:t>
            </a:r>
          </a:p>
        </p:txBody>
      </p:sp>
      <p:sp>
        <p:nvSpPr>
          <p:cNvPr id="12292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066800" y="3551826"/>
            <a:ext cx="10439400" cy="2895600"/>
          </a:xfrm>
          <a:noFill/>
        </p:spPr>
        <p:txBody>
          <a:bodyPr/>
          <a:lstStyle/>
          <a:p>
            <a:pPr marL="228600" indent="-228600" eaLnBrk="1" hangingPunct="1">
              <a:buFont typeface="Wingdings" pitchFamily="2" charset="2"/>
              <a:buChar char="n"/>
            </a:pPr>
            <a:r>
              <a:rPr lang="en-US" sz="2400" dirty="0" err="1"/>
              <a:t>Dac</a:t>
            </a:r>
            <a:r>
              <a:rPr lang="vi-VN" sz="2400" dirty="0"/>
              <a:t>ă</a:t>
            </a:r>
            <a:r>
              <a:rPr lang="en-US" sz="2400" dirty="0"/>
              <a:t> exist</a:t>
            </a:r>
            <a:r>
              <a:rPr lang="vi-VN" sz="2400" dirty="0"/>
              <a:t>ă </a:t>
            </a:r>
            <a:r>
              <a:rPr lang="en-US" sz="2400" dirty="0"/>
              <a:t>un index </a:t>
            </a:r>
            <a:r>
              <a:rPr lang="en-US" sz="2400" dirty="0" err="1"/>
              <a:t>definit</a:t>
            </a:r>
            <a:r>
              <a:rPr lang="en-US" sz="2400" dirty="0"/>
              <a:t> </a:t>
            </a:r>
            <a:r>
              <a:rPr lang="en-US" sz="2400" dirty="0" err="1"/>
              <a:t>pe</a:t>
            </a:r>
            <a:r>
              <a:rPr lang="en-US" sz="2400" dirty="0"/>
              <a:t> </a:t>
            </a:r>
            <a:r>
              <a:rPr lang="en-US" sz="2400" dirty="0" err="1"/>
              <a:t>coloana</a:t>
            </a:r>
            <a:r>
              <a:rPr lang="en-US" sz="2400" dirty="0"/>
              <a:t> de join a </a:t>
            </a:r>
            <a:r>
              <a:rPr lang="en-US" sz="2400" dirty="0" err="1"/>
              <a:t>unei</a:t>
            </a:r>
            <a:r>
              <a:rPr lang="en-US" sz="2400" dirty="0"/>
              <a:t> </a:t>
            </a:r>
            <a:r>
              <a:rPr lang="en-US" sz="2400" dirty="0" err="1"/>
              <a:t>tabele</a:t>
            </a:r>
            <a:r>
              <a:rPr lang="en-US" sz="2400" dirty="0"/>
              <a:t> (ex. S), </a:t>
            </a:r>
            <a:r>
              <a:rPr lang="en-US" sz="2400" dirty="0" err="1"/>
              <a:t>aceasta</a:t>
            </a:r>
            <a:r>
              <a:rPr lang="en-US" sz="2400" dirty="0"/>
              <a:t> </a:t>
            </a:r>
            <a:r>
              <a:rPr lang="en-US" sz="2400" dirty="0" err="1"/>
              <a:t>poate</a:t>
            </a:r>
            <a:r>
              <a:rPr lang="en-US" sz="2400" dirty="0"/>
              <a:t> fi </a:t>
            </a:r>
            <a:r>
              <a:rPr lang="en-US" sz="2400" dirty="0" err="1"/>
              <a:t>considerat</a:t>
            </a:r>
            <a:r>
              <a:rPr lang="vi-VN" sz="2400" dirty="0"/>
              <a:t>ă</a:t>
            </a:r>
            <a:r>
              <a:rPr lang="en-US" sz="2400" dirty="0"/>
              <a:t> </a:t>
            </a:r>
            <a:r>
              <a:rPr lang="en-US" sz="2400" dirty="0" err="1"/>
              <a:t>tabel</a:t>
            </a:r>
            <a:r>
              <a:rPr lang="vi-VN" sz="2400" dirty="0"/>
              <a:t>ă </a:t>
            </a:r>
            <a:r>
              <a:rPr lang="en-US" sz="2400" dirty="0"/>
              <a:t>intern</a:t>
            </a:r>
            <a:r>
              <a:rPr lang="vi-VN" sz="2400" dirty="0"/>
              <a:t>ă </a:t>
            </a:r>
            <a:r>
              <a:rPr lang="en-US" sz="2400" dirty="0" err="1"/>
              <a:t>şi</a:t>
            </a:r>
            <a:r>
              <a:rPr lang="en-US" sz="2400" dirty="0"/>
              <a:t> </a:t>
            </a:r>
            <a:r>
              <a:rPr lang="en-US" sz="2400" dirty="0" err="1"/>
              <a:t>poate</a:t>
            </a:r>
            <a:r>
              <a:rPr lang="en-US" sz="2400" dirty="0"/>
              <a:t> fi </a:t>
            </a:r>
            <a:r>
              <a:rPr lang="en-US" sz="2400" dirty="0" err="1"/>
              <a:t>exploatat</a:t>
            </a:r>
            <a:r>
              <a:rPr lang="en-US" sz="2400" dirty="0"/>
              <a:t> </a:t>
            </a:r>
            <a:r>
              <a:rPr lang="en-US" sz="2400" dirty="0" err="1"/>
              <a:t>indexul</a:t>
            </a:r>
            <a:r>
              <a:rPr lang="en-US" sz="2400" dirty="0"/>
              <a:t>.</a:t>
            </a:r>
          </a:p>
          <a:p>
            <a:pPr marL="228600" indent="-228600" eaLnBrk="1" hangingPunct="1">
              <a:buFont typeface="Wingdings" pitchFamily="2" charset="2"/>
              <a:buChar char="n"/>
            </a:pPr>
            <a:endParaRPr lang="en-US" sz="2400" dirty="0"/>
          </a:p>
          <a:p>
            <a:pPr algn="ctr" eaLnBrk="1" hangingPunct="1"/>
            <a:r>
              <a:rPr lang="en-US" sz="2400" dirty="0">
                <a:solidFill>
                  <a:schemeClr val="folHlink"/>
                </a:solidFill>
              </a:rPr>
              <a:t>Cost:  M + ( (M*</a:t>
            </a:r>
            <a:r>
              <a:rPr lang="en-US" sz="2400" dirty="0" err="1">
                <a:solidFill>
                  <a:schemeClr val="folHlink"/>
                </a:solidFill>
              </a:rPr>
              <a:t>p</a:t>
            </a:r>
            <a:r>
              <a:rPr lang="en-US" sz="2400" baseline="-25000" dirty="0" err="1">
                <a:solidFill>
                  <a:schemeClr val="folHlink"/>
                </a:solidFill>
              </a:rPr>
              <a:t>R</a:t>
            </a:r>
            <a:r>
              <a:rPr lang="en-US" sz="2400" dirty="0">
                <a:solidFill>
                  <a:schemeClr val="folHlink"/>
                </a:solidFill>
              </a:rPr>
              <a:t>) * cost g</a:t>
            </a:r>
            <a:r>
              <a:rPr lang="vi-VN" sz="2400" dirty="0">
                <a:solidFill>
                  <a:schemeClr val="folHlink"/>
                </a:solidFill>
              </a:rPr>
              <a:t>ă</a:t>
            </a:r>
            <a:r>
              <a:rPr lang="en-US" sz="2400" dirty="0">
                <a:solidFill>
                  <a:schemeClr val="folHlink"/>
                </a:solidFill>
              </a:rPr>
              <a:t>sire </a:t>
            </a:r>
            <a:r>
              <a:rPr lang="en-US" sz="2400" dirty="0" err="1">
                <a:solidFill>
                  <a:schemeClr val="folHlink"/>
                </a:solidFill>
              </a:rPr>
              <a:t>înreg</a:t>
            </a:r>
            <a:r>
              <a:rPr lang="en-US" sz="2400" dirty="0">
                <a:solidFill>
                  <a:schemeClr val="folHlink"/>
                </a:solidFill>
              </a:rPr>
              <a:t>. din S) </a:t>
            </a:r>
          </a:p>
        </p:txBody>
      </p:sp>
      <p:sp>
        <p:nvSpPr>
          <p:cNvPr id="12293" name="Rectangle 4"/>
          <p:cNvSpPr>
            <a:spLocks noChangeArrowheads="1"/>
          </p:cNvSpPr>
          <p:nvPr/>
        </p:nvSpPr>
        <p:spPr bwMode="auto">
          <a:xfrm>
            <a:off x="3886200" y="1524000"/>
            <a:ext cx="6043322" cy="119776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dirty="0" err="1">
                <a:solidFill>
                  <a:schemeClr val="folHlink"/>
                </a:solidFill>
                <a:latin typeface="Book Antiqua" pitchFamily="18" charset="0"/>
              </a:rPr>
              <a:t>foreach</a:t>
            </a:r>
            <a:r>
              <a:rPr lang="en-US" dirty="0">
                <a:solidFill>
                  <a:schemeClr val="folHlink"/>
                </a:solidFill>
                <a:latin typeface="Book Antiqua" pitchFamily="18" charset="0"/>
              </a:rPr>
              <a:t> tuple r in R do</a:t>
            </a:r>
          </a:p>
          <a:p>
            <a:pPr eaLnBrk="0" hangingPunct="0"/>
            <a:r>
              <a:rPr lang="en-US" dirty="0">
                <a:solidFill>
                  <a:schemeClr val="folHlink"/>
                </a:solidFill>
                <a:latin typeface="Book Antiqua" pitchFamily="18" charset="0"/>
              </a:rPr>
              <a:t>	</a:t>
            </a:r>
            <a:r>
              <a:rPr lang="en-US" dirty="0" err="1">
                <a:solidFill>
                  <a:schemeClr val="folHlink"/>
                </a:solidFill>
                <a:latin typeface="Book Antiqua" pitchFamily="18" charset="0"/>
              </a:rPr>
              <a:t>foreach</a:t>
            </a:r>
            <a:r>
              <a:rPr lang="en-US" dirty="0">
                <a:solidFill>
                  <a:schemeClr val="folHlink"/>
                </a:solidFill>
                <a:latin typeface="Book Antiqua" pitchFamily="18" charset="0"/>
              </a:rPr>
              <a:t> tuple s in S where </a:t>
            </a:r>
            <a:r>
              <a:rPr lang="en-US" dirty="0" err="1">
                <a:solidFill>
                  <a:schemeClr val="folHlink"/>
                </a:solidFill>
                <a:latin typeface="Book Antiqua" pitchFamily="18" charset="0"/>
              </a:rPr>
              <a:t>r</a:t>
            </a:r>
            <a:r>
              <a:rPr lang="en-US" baseline="-10000" dirty="0" err="1">
                <a:solidFill>
                  <a:schemeClr val="folHlink"/>
                </a:solidFill>
                <a:latin typeface="Book Antiqua" pitchFamily="18" charset="0"/>
              </a:rPr>
              <a:t>i</a:t>
            </a:r>
            <a:r>
              <a:rPr lang="en-US" dirty="0">
                <a:solidFill>
                  <a:schemeClr val="folHlink"/>
                </a:solidFill>
                <a:latin typeface="Book Antiqua" pitchFamily="18" charset="0"/>
              </a:rPr>
              <a:t> == </a:t>
            </a:r>
            <a:r>
              <a:rPr lang="en-US" dirty="0" err="1">
                <a:solidFill>
                  <a:schemeClr val="folHlink"/>
                </a:solidFill>
                <a:latin typeface="Book Antiqua" pitchFamily="18" charset="0"/>
              </a:rPr>
              <a:t>s</a:t>
            </a:r>
            <a:r>
              <a:rPr lang="en-US" baseline="-10000" dirty="0" err="1">
                <a:solidFill>
                  <a:schemeClr val="folHlink"/>
                </a:solidFill>
                <a:latin typeface="Book Antiqua" pitchFamily="18" charset="0"/>
              </a:rPr>
              <a:t>j</a:t>
            </a:r>
            <a:r>
              <a:rPr lang="en-US" baseline="-10000" dirty="0">
                <a:solidFill>
                  <a:schemeClr val="folHlink"/>
                </a:solidFill>
                <a:latin typeface="Book Antiqua" pitchFamily="18" charset="0"/>
              </a:rPr>
              <a:t>  </a:t>
            </a:r>
            <a:r>
              <a:rPr lang="en-US" dirty="0">
                <a:solidFill>
                  <a:schemeClr val="folHlink"/>
                </a:solidFill>
                <a:latin typeface="Book Antiqua" pitchFamily="18" charset="0"/>
              </a:rPr>
              <a:t>do</a:t>
            </a:r>
          </a:p>
          <a:p>
            <a:pPr eaLnBrk="0" hangingPunct="0"/>
            <a:r>
              <a:rPr lang="en-US" dirty="0">
                <a:solidFill>
                  <a:schemeClr val="folHlink"/>
                </a:solidFill>
                <a:latin typeface="Book Antiqua" pitchFamily="18" charset="0"/>
              </a:rPr>
              <a:t>		add &lt;r, s&gt; to result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1" name="Rectangle 2"/>
          <p:cNvSpPr>
            <a:spLocks noGrp="1" noChangeArrowheads="1"/>
          </p:cNvSpPr>
          <p:nvPr>
            <p:ph type="ctrTitle" idx="4294967295"/>
          </p:nvPr>
        </p:nvSpPr>
        <p:spPr>
          <a:xfrm>
            <a:off x="609600" y="420470"/>
            <a:ext cx="10058400" cy="646331"/>
          </a:xfrm>
          <a:noFill/>
        </p:spPr>
        <p:txBody>
          <a:bodyPr/>
          <a:lstStyle/>
          <a:p>
            <a:pPr eaLnBrk="1" hangingPunct="1"/>
            <a:r>
              <a:rPr lang="en-US" dirty="0"/>
              <a:t>Index Nested Loops Join</a:t>
            </a:r>
          </a:p>
        </p:txBody>
      </p:sp>
      <p:sp>
        <p:nvSpPr>
          <p:cNvPr id="12292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2971800" y="4038600"/>
            <a:ext cx="8001000" cy="2971800"/>
          </a:xfrm>
          <a:noFill/>
        </p:spPr>
        <p:txBody>
          <a:bodyPr/>
          <a:lstStyle/>
          <a:p>
            <a:pPr eaLnBrk="1" hangingPunct="1"/>
            <a:r>
              <a:rPr lang="en-US" dirty="0"/>
              <a:t>Cost g</a:t>
            </a:r>
            <a:r>
              <a:rPr lang="vi-VN" dirty="0"/>
              <a:t>ă</a:t>
            </a:r>
            <a:r>
              <a:rPr lang="en-US" dirty="0"/>
              <a:t>sire </a:t>
            </a:r>
            <a:r>
              <a:rPr lang="en-US" dirty="0" err="1"/>
              <a:t>înregistrare</a:t>
            </a:r>
            <a:r>
              <a:rPr lang="en-US" dirty="0"/>
              <a:t> = </a:t>
            </a:r>
          </a:p>
          <a:p>
            <a:pPr eaLnBrk="1" hangingPunct="1"/>
            <a:r>
              <a:rPr lang="en-US" dirty="0"/>
              <a:t>		Cost </a:t>
            </a:r>
            <a:r>
              <a:rPr lang="en-US" dirty="0" err="1"/>
              <a:t>căutare</a:t>
            </a:r>
            <a:r>
              <a:rPr lang="en-US" dirty="0"/>
              <a:t> </a:t>
            </a:r>
            <a:r>
              <a:rPr lang="en-US" dirty="0" err="1"/>
              <a:t>în</a:t>
            </a:r>
            <a:r>
              <a:rPr lang="en-US" dirty="0"/>
              <a:t> index +</a:t>
            </a:r>
          </a:p>
          <a:p>
            <a:pPr eaLnBrk="1" hangingPunct="1"/>
            <a:r>
              <a:rPr lang="en-US" dirty="0"/>
              <a:t>		Cost </a:t>
            </a:r>
            <a:r>
              <a:rPr lang="en-US" dirty="0" err="1"/>
              <a:t>citire</a:t>
            </a:r>
            <a:r>
              <a:rPr lang="en-US" dirty="0"/>
              <a:t> </a:t>
            </a:r>
            <a:r>
              <a:rPr lang="en-US" dirty="0" err="1"/>
              <a:t>înregistrări</a:t>
            </a:r>
            <a:endParaRPr lang="en-US" dirty="0"/>
          </a:p>
        </p:txBody>
      </p:sp>
      <p:sp>
        <p:nvSpPr>
          <p:cNvPr id="5" name="Rectangle 4"/>
          <p:cNvSpPr>
            <a:spLocks noChangeArrowheads="1"/>
          </p:cNvSpPr>
          <p:nvPr/>
        </p:nvSpPr>
        <p:spPr bwMode="auto">
          <a:xfrm>
            <a:off x="3569639" y="1743358"/>
            <a:ext cx="6043322" cy="119776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dirty="0" err="1">
                <a:solidFill>
                  <a:schemeClr val="folHlink"/>
                </a:solidFill>
                <a:latin typeface="Book Antiqua" pitchFamily="18" charset="0"/>
              </a:rPr>
              <a:t>foreach</a:t>
            </a:r>
            <a:r>
              <a:rPr lang="en-US" dirty="0">
                <a:solidFill>
                  <a:schemeClr val="folHlink"/>
                </a:solidFill>
                <a:latin typeface="Book Antiqua" pitchFamily="18" charset="0"/>
              </a:rPr>
              <a:t> tuple r in R do</a:t>
            </a:r>
          </a:p>
          <a:p>
            <a:pPr eaLnBrk="0" hangingPunct="0"/>
            <a:r>
              <a:rPr lang="en-US" dirty="0">
                <a:solidFill>
                  <a:schemeClr val="folHlink"/>
                </a:solidFill>
                <a:latin typeface="Book Antiqua" pitchFamily="18" charset="0"/>
              </a:rPr>
              <a:t>	</a:t>
            </a:r>
            <a:r>
              <a:rPr lang="en-US" dirty="0" err="1">
                <a:solidFill>
                  <a:schemeClr val="folHlink"/>
                </a:solidFill>
                <a:latin typeface="Book Antiqua" pitchFamily="18" charset="0"/>
              </a:rPr>
              <a:t>foreach</a:t>
            </a:r>
            <a:r>
              <a:rPr lang="en-US" dirty="0">
                <a:solidFill>
                  <a:schemeClr val="folHlink"/>
                </a:solidFill>
                <a:latin typeface="Book Antiqua" pitchFamily="18" charset="0"/>
              </a:rPr>
              <a:t> tuple s in S where </a:t>
            </a:r>
            <a:r>
              <a:rPr lang="en-US" dirty="0" err="1">
                <a:solidFill>
                  <a:schemeClr val="folHlink"/>
                </a:solidFill>
                <a:latin typeface="Book Antiqua" pitchFamily="18" charset="0"/>
              </a:rPr>
              <a:t>r</a:t>
            </a:r>
            <a:r>
              <a:rPr lang="en-US" baseline="-10000" dirty="0" err="1">
                <a:solidFill>
                  <a:schemeClr val="folHlink"/>
                </a:solidFill>
                <a:latin typeface="Book Antiqua" pitchFamily="18" charset="0"/>
              </a:rPr>
              <a:t>i</a:t>
            </a:r>
            <a:r>
              <a:rPr lang="en-US" dirty="0">
                <a:solidFill>
                  <a:schemeClr val="folHlink"/>
                </a:solidFill>
                <a:latin typeface="Book Antiqua" pitchFamily="18" charset="0"/>
              </a:rPr>
              <a:t> == </a:t>
            </a:r>
            <a:r>
              <a:rPr lang="en-US" dirty="0" err="1">
                <a:solidFill>
                  <a:schemeClr val="folHlink"/>
                </a:solidFill>
                <a:latin typeface="Book Antiqua" pitchFamily="18" charset="0"/>
              </a:rPr>
              <a:t>s</a:t>
            </a:r>
            <a:r>
              <a:rPr lang="en-US" baseline="-10000" dirty="0" err="1">
                <a:solidFill>
                  <a:schemeClr val="folHlink"/>
                </a:solidFill>
                <a:latin typeface="Book Antiqua" pitchFamily="18" charset="0"/>
              </a:rPr>
              <a:t>j</a:t>
            </a:r>
            <a:r>
              <a:rPr lang="en-US" baseline="-10000" dirty="0">
                <a:solidFill>
                  <a:schemeClr val="folHlink"/>
                </a:solidFill>
                <a:latin typeface="Book Antiqua" pitchFamily="18" charset="0"/>
              </a:rPr>
              <a:t>  </a:t>
            </a:r>
            <a:r>
              <a:rPr lang="en-US" dirty="0">
                <a:solidFill>
                  <a:schemeClr val="folHlink"/>
                </a:solidFill>
                <a:latin typeface="Book Antiqua" pitchFamily="18" charset="0"/>
              </a:rPr>
              <a:t>do</a:t>
            </a:r>
          </a:p>
          <a:p>
            <a:pPr eaLnBrk="0" hangingPunct="0"/>
            <a:r>
              <a:rPr lang="en-US" dirty="0">
                <a:solidFill>
                  <a:schemeClr val="folHlink"/>
                </a:solidFill>
                <a:latin typeface="Book Antiqua" pitchFamily="18" charset="0"/>
              </a:rPr>
              <a:t>		add &lt;r, s&gt; to result</a:t>
            </a:r>
          </a:p>
        </p:txBody>
      </p:sp>
    </p:spTree>
    <p:extLst>
      <p:ext uri="{BB962C8B-B14F-4D97-AF65-F5344CB8AC3E}">
        <p14:creationId xmlns:p14="http://schemas.microsoft.com/office/powerpoint/2010/main" val="49902670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1" name="Rectangle 2"/>
          <p:cNvSpPr>
            <a:spLocks noGrp="1" noChangeArrowheads="1"/>
          </p:cNvSpPr>
          <p:nvPr>
            <p:ph type="ctrTitle" idx="4294967295"/>
          </p:nvPr>
        </p:nvSpPr>
        <p:spPr>
          <a:xfrm>
            <a:off x="304800" y="420470"/>
            <a:ext cx="10363200" cy="646331"/>
          </a:xfrm>
          <a:noFill/>
        </p:spPr>
        <p:txBody>
          <a:bodyPr/>
          <a:lstStyle/>
          <a:p>
            <a:pPr eaLnBrk="1" hangingPunct="1"/>
            <a:r>
              <a:rPr lang="en-US" dirty="0"/>
              <a:t>Index Nested Loops Join</a:t>
            </a:r>
          </a:p>
        </p:txBody>
      </p:sp>
      <p:sp>
        <p:nvSpPr>
          <p:cNvPr id="12292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600200" y="3200400"/>
            <a:ext cx="10990263" cy="3429000"/>
          </a:xfrm>
          <a:noFill/>
        </p:spPr>
        <p:txBody>
          <a:bodyPr/>
          <a:lstStyle/>
          <a:p>
            <a:pPr eaLnBrk="1" hangingPunct="1"/>
            <a:r>
              <a:rPr lang="en-US" dirty="0"/>
              <a:t>Cost c</a:t>
            </a:r>
            <a:r>
              <a:rPr lang="vi-VN" dirty="0"/>
              <a:t>ă</a:t>
            </a:r>
            <a:r>
              <a:rPr lang="en-US" dirty="0" err="1"/>
              <a:t>utare</a:t>
            </a:r>
            <a:r>
              <a:rPr lang="en-US" dirty="0"/>
              <a:t> in index</a:t>
            </a:r>
          </a:p>
          <a:p>
            <a:pPr marL="228600" indent="-228600" eaLnBrk="1" hangingPunct="1">
              <a:buFont typeface="Wingdings" pitchFamily="2" charset="2"/>
              <a:buChar char="n"/>
            </a:pPr>
            <a:r>
              <a:rPr lang="en-US" sz="2400" dirty="0"/>
              <a:t> </a:t>
            </a:r>
            <a:r>
              <a:rPr lang="en-US" sz="2400" dirty="0" err="1"/>
              <a:t>aproximativ</a:t>
            </a:r>
            <a:r>
              <a:rPr lang="en-US" sz="2400" dirty="0"/>
              <a:t> 1.2 (</a:t>
            </a:r>
            <a:r>
              <a:rPr lang="en-US" sz="2400" dirty="0" err="1"/>
              <a:t>pentru</a:t>
            </a:r>
            <a:r>
              <a:rPr lang="en-US" sz="2400" dirty="0"/>
              <a:t> index cu </a:t>
            </a:r>
            <a:r>
              <a:rPr lang="en-US" sz="2400" dirty="0" err="1"/>
              <a:t>acces</a:t>
            </a:r>
            <a:r>
              <a:rPr lang="en-US" sz="2400" dirty="0"/>
              <a:t> direct), </a:t>
            </a:r>
          </a:p>
          <a:p>
            <a:pPr marL="228600" indent="-228600" eaLnBrk="1" hangingPunct="1">
              <a:buFont typeface="Wingdings" pitchFamily="2" charset="2"/>
              <a:buChar char="n"/>
            </a:pPr>
            <a:r>
              <a:rPr lang="en-US" sz="2400" dirty="0"/>
              <a:t> 2-4 </a:t>
            </a:r>
            <a:r>
              <a:rPr lang="en-US" sz="2400" dirty="0" err="1"/>
              <a:t>pentru</a:t>
            </a:r>
            <a:r>
              <a:rPr lang="en-US" sz="2400" dirty="0"/>
              <a:t> B-arbore.  </a:t>
            </a:r>
          </a:p>
          <a:p>
            <a:pPr eaLnBrk="1" hangingPunct="1"/>
            <a:r>
              <a:rPr lang="en-US" dirty="0"/>
              <a:t>Cost </a:t>
            </a:r>
            <a:r>
              <a:rPr lang="en-US" dirty="0" err="1"/>
              <a:t>citire</a:t>
            </a:r>
            <a:r>
              <a:rPr lang="en-US" dirty="0"/>
              <a:t> </a:t>
            </a:r>
            <a:r>
              <a:rPr lang="en-US" dirty="0" err="1"/>
              <a:t>înregistr</a:t>
            </a:r>
            <a:r>
              <a:rPr lang="vi-VN" dirty="0"/>
              <a:t>ă</a:t>
            </a:r>
            <a:r>
              <a:rPr lang="en-US" dirty="0" err="1"/>
              <a:t>ri</a:t>
            </a:r>
            <a:endParaRPr lang="en-US" dirty="0"/>
          </a:p>
          <a:p>
            <a:pPr marL="228600" indent="-228600" eaLnBrk="1" hangingPunct="1">
              <a:buFont typeface="Wingdings" pitchFamily="2" charset="2"/>
              <a:buChar char="n"/>
            </a:pPr>
            <a:r>
              <a:rPr lang="en-US" sz="2400" dirty="0" err="1"/>
              <a:t>Depinde</a:t>
            </a:r>
            <a:r>
              <a:rPr lang="en-US" sz="2400" dirty="0"/>
              <a:t> de </a:t>
            </a:r>
            <a:r>
              <a:rPr lang="en-US" sz="2400" dirty="0" err="1"/>
              <a:t>clusterizare</a:t>
            </a:r>
            <a:r>
              <a:rPr lang="en-US" sz="2400" dirty="0"/>
              <a:t>:</a:t>
            </a:r>
          </a:p>
          <a:p>
            <a:pPr marL="749300" lvl="1" indent="-177800" eaLnBrk="1" hangingPunct="1">
              <a:buSzPct val="75000"/>
            </a:pPr>
            <a:r>
              <a:rPr lang="en-US" sz="2400" dirty="0"/>
              <a:t> Index </a:t>
            </a:r>
            <a:r>
              <a:rPr lang="en-US" sz="2400" dirty="0" err="1"/>
              <a:t>grupat</a:t>
            </a:r>
            <a:r>
              <a:rPr lang="en-US" sz="2400" dirty="0"/>
              <a:t>:  1 I/O (</a:t>
            </a:r>
            <a:r>
              <a:rPr lang="en-US" sz="2400" i="1" dirty="0" err="1"/>
              <a:t>tipic</a:t>
            </a:r>
            <a:r>
              <a:rPr lang="en-US" sz="2400" dirty="0"/>
              <a:t>)</a:t>
            </a:r>
          </a:p>
          <a:p>
            <a:pPr marL="749300" lvl="1" indent="-177800" eaLnBrk="1" hangingPunct="1">
              <a:buSzPct val="75000"/>
            </a:pPr>
            <a:r>
              <a:rPr lang="en-US" sz="2400" dirty="0"/>
              <a:t> Index </a:t>
            </a:r>
            <a:r>
              <a:rPr lang="en-US" sz="2400" dirty="0" err="1"/>
              <a:t>negrupat</a:t>
            </a:r>
            <a:r>
              <a:rPr lang="en-US" sz="2400" dirty="0"/>
              <a:t>:  1 I/O per </a:t>
            </a:r>
            <a:r>
              <a:rPr lang="en-US" sz="2400" dirty="0" err="1"/>
              <a:t>înregistrare</a:t>
            </a:r>
            <a:r>
              <a:rPr lang="en-US" sz="2400" dirty="0"/>
              <a:t> din S (</a:t>
            </a:r>
            <a:r>
              <a:rPr lang="en-US" sz="2400" i="1" dirty="0" err="1"/>
              <a:t>în</a:t>
            </a:r>
            <a:r>
              <a:rPr lang="en-US" sz="2400" i="1" dirty="0"/>
              <a:t> </a:t>
            </a:r>
            <a:r>
              <a:rPr lang="en-US" sz="2400" i="1" dirty="0" err="1"/>
              <a:t>cel</a:t>
            </a:r>
            <a:r>
              <a:rPr lang="en-US" sz="2400" i="1" dirty="0"/>
              <a:t> </a:t>
            </a:r>
            <a:r>
              <a:rPr lang="en-US" sz="2400" i="1" dirty="0" err="1"/>
              <a:t>mai</a:t>
            </a:r>
            <a:r>
              <a:rPr lang="en-US" sz="2400" i="1" dirty="0"/>
              <a:t> r</a:t>
            </a:r>
            <a:r>
              <a:rPr lang="vi-VN" sz="2400" i="1" dirty="0"/>
              <a:t>ă</a:t>
            </a:r>
            <a:r>
              <a:rPr lang="en-US" sz="2400" i="1" dirty="0"/>
              <a:t>u </a:t>
            </a:r>
            <a:r>
              <a:rPr lang="en-US" sz="2400" i="1" dirty="0" err="1"/>
              <a:t>caz</a:t>
            </a:r>
            <a:r>
              <a:rPr lang="en-US" sz="2400" dirty="0"/>
              <a:t>)</a:t>
            </a:r>
          </a:p>
        </p:txBody>
      </p:sp>
      <p:sp>
        <p:nvSpPr>
          <p:cNvPr id="5" name="Rectangle 4"/>
          <p:cNvSpPr>
            <a:spLocks noChangeArrowheads="1"/>
          </p:cNvSpPr>
          <p:nvPr/>
        </p:nvSpPr>
        <p:spPr bwMode="auto">
          <a:xfrm>
            <a:off x="3962400" y="1752600"/>
            <a:ext cx="6043322" cy="119776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dirty="0" err="1">
                <a:solidFill>
                  <a:schemeClr val="folHlink"/>
                </a:solidFill>
                <a:latin typeface="Book Antiqua" pitchFamily="18" charset="0"/>
              </a:rPr>
              <a:t>foreach</a:t>
            </a:r>
            <a:r>
              <a:rPr lang="en-US" dirty="0">
                <a:solidFill>
                  <a:schemeClr val="folHlink"/>
                </a:solidFill>
                <a:latin typeface="Book Antiqua" pitchFamily="18" charset="0"/>
              </a:rPr>
              <a:t> tuple r in R do</a:t>
            </a:r>
          </a:p>
          <a:p>
            <a:pPr eaLnBrk="0" hangingPunct="0"/>
            <a:r>
              <a:rPr lang="en-US" dirty="0">
                <a:solidFill>
                  <a:schemeClr val="folHlink"/>
                </a:solidFill>
                <a:latin typeface="Book Antiqua" pitchFamily="18" charset="0"/>
              </a:rPr>
              <a:t>	</a:t>
            </a:r>
            <a:r>
              <a:rPr lang="en-US" dirty="0" err="1">
                <a:solidFill>
                  <a:schemeClr val="folHlink"/>
                </a:solidFill>
                <a:latin typeface="Book Antiqua" pitchFamily="18" charset="0"/>
              </a:rPr>
              <a:t>foreach</a:t>
            </a:r>
            <a:r>
              <a:rPr lang="en-US" dirty="0">
                <a:solidFill>
                  <a:schemeClr val="folHlink"/>
                </a:solidFill>
                <a:latin typeface="Book Antiqua" pitchFamily="18" charset="0"/>
              </a:rPr>
              <a:t> tuple s in S where </a:t>
            </a:r>
            <a:r>
              <a:rPr lang="en-US" dirty="0" err="1">
                <a:solidFill>
                  <a:schemeClr val="folHlink"/>
                </a:solidFill>
                <a:latin typeface="Book Antiqua" pitchFamily="18" charset="0"/>
              </a:rPr>
              <a:t>r</a:t>
            </a:r>
            <a:r>
              <a:rPr lang="en-US" baseline="-10000" dirty="0" err="1">
                <a:solidFill>
                  <a:schemeClr val="folHlink"/>
                </a:solidFill>
                <a:latin typeface="Book Antiqua" pitchFamily="18" charset="0"/>
              </a:rPr>
              <a:t>i</a:t>
            </a:r>
            <a:r>
              <a:rPr lang="en-US" dirty="0">
                <a:solidFill>
                  <a:schemeClr val="folHlink"/>
                </a:solidFill>
                <a:latin typeface="Book Antiqua" pitchFamily="18" charset="0"/>
              </a:rPr>
              <a:t> == </a:t>
            </a:r>
            <a:r>
              <a:rPr lang="en-US" dirty="0" err="1">
                <a:solidFill>
                  <a:schemeClr val="folHlink"/>
                </a:solidFill>
                <a:latin typeface="Book Antiqua" pitchFamily="18" charset="0"/>
              </a:rPr>
              <a:t>s</a:t>
            </a:r>
            <a:r>
              <a:rPr lang="en-US" baseline="-10000" dirty="0" err="1">
                <a:solidFill>
                  <a:schemeClr val="folHlink"/>
                </a:solidFill>
                <a:latin typeface="Book Antiqua" pitchFamily="18" charset="0"/>
              </a:rPr>
              <a:t>j</a:t>
            </a:r>
            <a:r>
              <a:rPr lang="en-US" baseline="-10000" dirty="0">
                <a:solidFill>
                  <a:schemeClr val="folHlink"/>
                </a:solidFill>
                <a:latin typeface="Book Antiqua" pitchFamily="18" charset="0"/>
              </a:rPr>
              <a:t>  </a:t>
            </a:r>
            <a:r>
              <a:rPr lang="en-US" dirty="0">
                <a:solidFill>
                  <a:schemeClr val="folHlink"/>
                </a:solidFill>
                <a:latin typeface="Book Antiqua" pitchFamily="18" charset="0"/>
              </a:rPr>
              <a:t>do</a:t>
            </a:r>
          </a:p>
          <a:p>
            <a:pPr eaLnBrk="0" hangingPunct="0"/>
            <a:r>
              <a:rPr lang="en-US" dirty="0">
                <a:solidFill>
                  <a:schemeClr val="folHlink"/>
                </a:solidFill>
                <a:latin typeface="Book Antiqua" pitchFamily="18" charset="0"/>
              </a:rPr>
              <a:t>		add &lt;r, s&gt; to result</a:t>
            </a:r>
          </a:p>
        </p:txBody>
      </p:sp>
    </p:spTree>
    <p:extLst>
      <p:ext uri="{BB962C8B-B14F-4D97-AF65-F5344CB8AC3E}">
        <p14:creationId xmlns:p14="http://schemas.microsoft.com/office/powerpoint/2010/main" val="189799787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5" name="Rectangle 2"/>
          <p:cNvSpPr>
            <a:spLocks noGrp="1" noChangeArrowheads="1"/>
          </p:cNvSpPr>
          <p:nvPr>
            <p:ph type="ctrTitle" idx="4294967295"/>
          </p:nvPr>
        </p:nvSpPr>
        <p:spPr>
          <a:xfrm>
            <a:off x="457200" y="609600"/>
            <a:ext cx="9144000" cy="646331"/>
          </a:xfrm>
          <a:noFill/>
        </p:spPr>
        <p:txBody>
          <a:bodyPr/>
          <a:lstStyle/>
          <a:p>
            <a:pPr eaLnBrk="1" hangingPunct="1"/>
            <a:r>
              <a:rPr lang="en-US" dirty="0" err="1"/>
              <a:t>Exemplu</a:t>
            </a:r>
            <a:r>
              <a:rPr lang="en-US" dirty="0"/>
              <a:t> </a:t>
            </a:r>
            <a:r>
              <a:rPr lang="en-US" dirty="0" err="1"/>
              <a:t>pentru</a:t>
            </a:r>
            <a:r>
              <a:rPr lang="en-US" dirty="0"/>
              <a:t> Index Nested Loops</a:t>
            </a:r>
          </a:p>
        </p:txBody>
      </p:sp>
      <p:sp>
        <p:nvSpPr>
          <p:cNvPr id="13316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143000" y="2743200"/>
            <a:ext cx="10820400" cy="4114800"/>
          </a:xfrm>
          <a:noFill/>
        </p:spPr>
        <p:txBody>
          <a:bodyPr/>
          <a:lstStyle/>
          <a:p>
            <a:pPr marL="228600" indent="-228600" eaLnBrk="1" hangingPunct="1">
              <a:buFont typeface="Wingdings" pitchFamily="2" charset="2"/>
              <a:buChar char="n"/>
            </a:pPr>
            <a:r>
              <a:rPr lang="en-US" dirty="0">
                <a:cs typeface="Times New Roman" pitchFamily="18" charset="0"/>
              </a:rPr>
              <a:t> </a:t>
            </a:r>
            <a:r>
              <a:rPr lang="en-US" dirty="0"/>
              <a:t>Index cu </a:t>
            </a:r>
            <a:r>
              <a:rPr lang="en-US" dirty="0" err="1"/>
              <a:t>acces</a:t>
            </a:r>
            <a:r>
              <a:rPr lang="en-US" dirty="0"/>
              <a:t> direct pt. </a:t>
            </a:r>
            <a:r>
              <a:rPr lang="en-US" i="1" dirty="0" err="1"/>
              <a:t>sid</a:t>
            </a:r>
            <a:r>
              <a:rPr lang="en-US" dirty="0"/>
              <a:t> din </a:t>
            </a:r>
            <a:r>
              <a:rPr lang="en-US" i="1" dirty="0"/>
              <a:t>Students</a:t>
            </a:r>
            <a:r>
              <a:rPr lang="en-US" dirty="0"/>
              <a:t>:</a:t>
            </a:r>
          </a:p>
          <a:p>
            <a:pPr marL="749300" lvl="1" indent="-177800" eaLnBrk="1" hangingPunct="1">
              <a:buSzPct val="75000"/>
            </a:pPr>
            <a:r>
              <a:rPr lang="en-US" dirty="0"/>
              <a:t> </a:t>
            </a:r>
            <a:r>
              <a:rPr lang="en-US" dirty="0" err="1"/>
              <a:t>Scanare</a:t>
            </a:r>
            <a:r>
              <a:rPr lang="en-US" dirty="0"/>
              <a:t> </a:t>
            </a:r>
            <a:r>
              <a:rPr lang="en-US" i="1" dirty="0"/>
              <a:t>Evaluations</a:t>
            </a:r>
            <a:r>
              <a:rPr lang="en-US" dirty="0"/>
              <a:t>:  </a:t>
            </a:r>
            <a:r>
              <a:rPr lang="en-US" dirty="0">
                <a:solidFill>
                  <a:schemeClr val="folHlink"/>
                </a:solidFill>
              </a:rPr>
              <a:t>1000</a:t>
            </a:r>
            <a:r>
              <a:rPr lang="en-US" dirty="0"/>
              <a:t> </a:t>
            </a:r>
            <a:r>
              <a:rPr lang="en-US" dirty="0" err="1"/>
              <a:t>pagini</a:t>
            </a:r>
            <a:r>
              <a:rPr lang="en-US" dirty="0"/>
              <a:t> I/</a:t>
            </a:r>
            <a:r>
              <a:rPr lang="en-US" dirty="0" err="1"/>
              <a:t>Os</a:t>
            </a:r>
            <a:r>
              <a:rPr lang="en-US" dirty="0"/>
              <a:t>, 100*1000 </a:t>
            </a:r>
            <a:r>
              <a:rPr lang="en-US" dirty="0" err="1"/>
              <a:t>înreg</a:t>
            </a:r>
            <a:r>
              <a:rPr lang="en-US" dirty="0"/>
              <a:t>.</a:t>
            </a:r>
          </a:p>
          <a:p>
            <a:pPr marL="749300" lvl="1" indent="-177800" eaLnBrk="1" hangingPunct="1">
              <a:buSzPct val="75000"/>
            </a:pPr>
            <a:r>
              <a:rPr lang="en-US" dirty="0"/>
              <a:t> </a:t>
            </a:r>
            <a:r>
              <a:rPr lang="en-US" dirty="0" err="1"/>
              <a:t>Pentru</a:t>
            </a:r>
            <a:r>
              <a:rPr lang="en-US" dirty="0"/>
              <a:t> </a:t>
            </a:r>
            <a:r>
              <a:rPr lang="en-US" dirty="0" err="1"/>
              <a:t>fiecare</a:t>
            </a:r>
            <a:r>
              <a:rPr lang="en-US" dirty="0"/>
              <a:t> </a:t>
            </a:r>
            <a:r>
              <a:rPr lang="en-US" dirty="0" err="1"/>
              <a:t>înreg</a:t>
            </a:r>
            <a:r>
              <a:rPr lang="en-US" dirty="0"/>
              <a:t> din </a:t>
            </a:r>
            <a:r>
              <a:rPr lang="en-US" i="1" dirty="0"/>
              <a:t>Evaluations</a:t>
            </a:r>
            <a:r>
              <a:rPr lang="en-US" dirty="0"/>
              <a:t>:  1.2 I/</a:t>
            </a:r>
            <a:r>
              <a:rPr lang="en-US" dirty="0" err="1"/>
              <a:t>Os</a:t>
            </a:r>
            <a:r>
              <a:rPr lang="en-US" dirty="0"/>
              <a:t> </a:t>
            </a:r>
            <a:r>
              <a:rPr lang="en-US" dirty="0" err="1"/>
              <a:t>pentru</a:t>
            </a:r>
            <a:r>
              <a:rPr lang="en-US" dirty="0"/>
              <a:t> a </a:t>
            </a:r>
            <a:r>
              <a:rPr lang="en-US" dirty="0" err="1"/>
              <a:t>localiza</a:t>
            </a:r>
            <a:r>
              <a:rPr lang="en-US" dirty="0"/>
              <a:t> </a:t>
            </a:r>
            <a:r>
              <a:rPr lang="en-US" dirty="0" err="1"/>
              <a:t>intrarea</a:t>
            </a:r>
            <a:r>
              <a:rPr lang="en-US" dirty="0"/>
              <a:t> </a:t>
            </a:r>
            <a:r>
              <a:rPr lang="en-US" dirty="0" err="1"/>
              <a:t>în</a:t>
            </a:r>
            <a:r>
              <a:rPr lang="en-US" dirty="0"/>
              <a:t> index, plus 1 I/O </a:t>
            </a:r>
            <a:r>
              <a:rPr lang="en-US" dirty="0" err="1"/>
              <a:t>pentru</a:t>
            </a:r>
            <a:r>
              <a:rPr lang="en-US" dirty="0"/>
              <a:t> a </a:t>
            </a:r>
            <a:r>
              <a:rPr lang="en-US" dirty="0" err="1"/>
              <a:t>citi</a:t>
            </a:r>
            <a:r>
              <a:rPr lang="en-US" dirty="0"/>
              <a:t> (exact o) </a:t>
            </a:r>
            <a:r>
              <a:rPr lang="en-US" dirty="0" err="1"/>
              <a:t>înreg</a:t>
            </a:r>
            <a:r>
              <a:rPr lang="en-US" dirty="0"/>
              <a:t>. din </a:t>
            </a:r>
            <a:r>
              <a:rPr lang="en-US" i="1" dirty="0"/>
              <a:t>Students</a:t>
            </a:r>
            <a:r>
              <a:rPr lang="en-US" dirty="0"/>
              <a:t> </a:t>
            </a:r>
            <a:r>
              <a:rPr lang="en-US" dirty="0">
                <a:sym typeface="Symbol" pitchFamily="18" charset="2"/>
              </a:rPr>
              <a:t> cost </a:t>
            </a:r>
            <a:r>
              <a:rPr lang="en-US" dirty="0">
                <a:solidFill>
                  <a:schemeClr val="folHlink"/>
                </a:solidFill>
                <a:sym typeface="Symbol" pitchFamily="18" charset="2"/>
              </a:rPr>
              <a:t>220,000</a:t>
            </a:r>
            <a:r>
              <a:rPr lang="en-US" dirty="0"/>
              <a:t>. Total: </a:t>
            </a:r>
            <a:r>
              <a:rPr lang="en-US" dirty="0">
                <a:solidFill>
                  <a:schemeClr val="folHlink"/>
                </a:solidFill>
              </a:rPr>
              <a:t>221,000 </a:t>
            </a:r>
            <a:r>
              <a:rPr lang="en-US" dirty="0"/>
              <a:t>I/</a:t>
            </a:r>
            <a:r>
              <a:rPr lang="en-US" dirty="0" err="1"/>
              <a:t>Os</a:t>
            </a:r>
            <a:r>
              <a:rPr lang="en-US" dirty="0"/>
              <a:t>.</a:t>
            </a:r>
          </a:p>
          <a:p>
            <a:pPr eaLnBrk="1" hangingPunct="1"/>
            <a:endParaRPr lang="en-US" sz="28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5" name="Rectangle 2"/>
          <p:cNvSpPr>
            <a:spLocks noGrp="1" noChangeArrowheads="1"/>
          </p:cNvSpPr>
          <p:nvPr>
            <p:ph type="ctrTitle" idx="4294967295"/>
          </p:nvPr>
        </p:nvSpPr>
        <p:spPr>
          <a:xfrm>
            <a:off x="457200" y="572870"/>
            <a:ext cx="10210800" cy="646331"/>
          </a:xfrm>
          <a:noFill/>
        </p:spPr>
        <p:txBody>
          <a:bodyPr/>
          <a:lstStyle/>
          <a:p>
            <a:pPr eaLnBrk="1" hangingPunct="1"/>
            <a:r>
              <a:rPr lang="en-US" dirty="0" err="1"/>
              <a:t>Exemplu</a:t>
            </a:r>
            <a:r>
              <a:rPr lang="en-US" dirty="0"/>
              <a:t> </a:t>
            </a:r>
            <a:r>
              <a:rPr lang="en-US" dirty="0" err="1"/>
              <a:t>pentru</a:t>
            </a:r>
            <a:r>
              <a:rPr lang="en-US" dirty="0"/>
              <a:t> Index Nested Loops</a:t>
            </a:r>
          </a:p>
        </p:txBody>
      </p:sp>
      <p:sp>
        <p:nvSpPr>
          <p:cNvPr id="13316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066800" y="2286000"/>
            <a:ext cx="11125200" cy="4724400"/>
          </a:xfrm>
          <a:noFill/>
        </p:spPr>
        <p:txBody>
          <a:bodyPr/>
          <a:lstStyle/>
          <a:p>
            <a:pPr marL="228600" indent="-228600" eaLnBrk="1" hangingPunct="1">
              <a:buFont typeface="Wingdings" pitchFamily="2" charset="2"/>
              <a:buChar char="n"/>
            </a:pPr>
            <a:r>
              <a:rPr lang="ro-RO" dirty="0"/>
              <a:t> </a:t>
            </a:r>
            <a:r>
              <a:rPr lang="en-US" dirty="0"/>
              <a:t>Index cu </a:t>
            </a:r>
            <a:r>
              <a:rPr lang="en-US" dirty="0" err="1"/>
              <a:t>acces</a:t>
            </a:r>
            <a:r>
              <a:rPr lang="en-US" dirty="0"/>
              <a:t> direct pt. </a:t>
            </a:r>
            <a:r>
              <a:rPr lang="en-US" i="1" dirty="0" err="1"/>
              <a:t>sid</a:t>
            </a:r>
            <a:r>
              <a:rPr lang="en-US" dirty="0"/>
              <a:t> din </a:t>
            </a:r>
            <a:r>
              <a:rPr lang="en-US" i="1" dirty="0"/>
              <a:t>Evaluations</a:t>
            </a:r>
            <a:r>
              <a:rPr lang="en-US" dirty="0"/>
              <a:t>:</a:t>
            </a:r>
          </a:p>
          <a:p>
            <a:pPr marL="749300" lvl="1" indent="-177800" eaLnBrk="1" hangingPunct="1">
              <a:buSzPct val="75000"/>
            </a:pPr>
            <a:r>
              <a:rPr lang="en-US" dirty="0"/>
              <a:t> </a:t>
            </a:r>
            <a:r>
              <a:rPr lang="en-US" dirty="0" err="1"/>
              <a:t>Scanare</a:t>
            </a:r>
            <a:r>
              <a:rPr lang="en-US" dirty="0"/>
              <a:t> </a:t>
            </a:r>
            <a:r>
              <a:rPr lang="en-US" i="1" dirty="0"/>
              <a:t>Students</a:t>
            </a:r>
            <a:r>
              <a:rPr lang="en-US" dirty="0"/>
              <a:t>:  </a:t>
            </a:r>
            <a:r>
              <a:rPr lang="en-US" dirty="0">
                <a:solidFill>
                  <a:schemeClr val="folHlink"/>
                </a:solidFill>
              </a:rPr>
              <a:t>500</a:t>
            </a:r>
            <a:r>
              <a:rPr lang="en-US" dirty="0"/>
              <a:t> </a:t>
            </a:r>
            <a:r>
              <a:rPr lang="en-US" dirty="0" err="1"/>
              <a:t>pagini</a:t>
            </a:r>
            <a:r>
              <a:rPr lang="en-US" dirty="0"/>
              <a:t> I/</a:t>
            </a:r>
            <a:r>
              <a:rPr lang="en-US" dirty="0" err="1"/>
              <a:t>Os</a:t>
            </a:r>
            <a:r>
              <a:rPr lang="en-US" dirty="0"/>
              <a:t>, 80*500  </a:t>
            </a:r>
            <a:r>
              <a:rPr lang="en-US" dirty="0" err="1"/>
              <a:t>înreg</a:t>
            </a:r>
            <a:r>
              <a:rPr lang="en-US" dirty="0"/>
              <a:t>.</a:t>
            </a:r>
          </a:p>
          <a:p>
            <a:pPr marL="749300" lvl="1" indent="-177800" eaLnBrk="1" hangingPunct="1">
              <a:buSzPct val="75000"/>
            </a:pPr>
            <a:r>
              <a:rPr lang="en-US" dirty="0"/>
              <a:t> </a:t>
            </a:r>
            <a:r>
              <a:rPr lang="en-US" dirty="0" err="1"/>
              <a:t>Pentru</a:t>
            </a:r>
            <a:r>
              <a:rPr lang="en-US" dirty="0"/>
              <a:t> </a:t>
            </a:r>
            <a:r>
              <a:rPr lang="en-US" dirty="0" err="1"/>
              <a:t>fiecare</a:t>
            </a:r>
            <a:r>
              <a:rPr lang="en-US" dirty="0"/>
              <a:t> </a:t>
            </a:r>
            <a:r>
              <a:rPr lang="en-US" dirty="0" err="1"/>
              <a:t>înreg</a:t>
            </a:r>
            <a:r>
              <a:rPr lang="en-US" dirty="0"/>
              <a:t> din </a:t>
            </a:r>
            <a:r>
              <a:rPr lang="en-US" i="1" dirty="0"/>
              <a:t>Students</a:t>
            </a:r>
            <a:r>
              <a:rPr lang="en-US" dirty="0"/>
              <a:t>:  1.2 I/</a:t>
            </a:r>
            <a:r>
              <a:rPr lang="en-US" dirty="0" err="1"/>
              <a:t>Os</a:t>
            </a:r>
            <a:r>
              <a:rPr lang="en-US" dirty="0"/>
              <a:t> </a:t>
            </a:r>
            <a:r>
              <a:rPr lang="en-US" dirty="0" err="1"/>
              <a:t>pentru</a:t>
            </a:r>
            <a:r>
              <a:rPr lang="en-US" dirty="0"/>
              <a:t> a </a:t>
            </a:r>
            <a:r>
              <a:rPr lang="en-US" dirty="0" err="1"/>
              <a:t>localiza</a:t>
            </a:r>
            <a:r>
              <a:rPr lang="en-US" dirty="0"/>
              <a:t> </a:t>
            </a:r>
            <a:r>
              <a:rPr lang="en-US" dirty="0" err="1"/>
              <a:t>intrarea</a:t>
            </a:r>
            <a:r>
              <a:rPr lang="en-US" dirty="0"/>
              <a:t> </a:t>
            </a:r>
            <a:r>
              <a:rPr lang="en-US" dirty="0" err="1"/>
              <a:t>în</a:t>
            </a:r>
            <a:r>
              <a:rPr lang="en-US" dirty="0"/>
              <a:t> index, plus </a:t>
            </a:r>
            <a:r>
              <a:rPr lang="en-US" dirty="0" err="1"/>
              <a:t>costul</a:t>
            </a:r>
            <a:r>
              <a:rPr lang="en-US" dirty="0"/>
              <a:t> </a:t>
            </a:r>
            <a:r>
              <a:rPr lang="en-US" dirty="0" err="1"/>
              <a:t>citirii</a:t>
            </a:r>
            <a:r>
              <a:rPr lang="en-US" dirty="0"/>
              <a:t> </a:t>
            </a:r>
            <a:r>
              <a:rPr lang="en-US" dirty="0" err="1"/>
              <a:t>înreg</a:t>
            </a:r>
            <a:r>
              <a:rPr lang="en-US" dirty="0"/>
              <a:t>. din </a:t>
            </a:r>
            <a:r>
              <a:rPr lang="en-US" i="1" dirty="0"/>
              <a:t>Evaluations</a:t>
            </a:r>
            <a:r>
              <a:rPr lang="en-US" dirty="0"/>
              <a:t>.  </a:t>
            </a:r>
            <a:r>
              <a:rPr lang="en-US" dirty="0" err="1"/>
              <a:t>Presupunem</a:t>
            </a:r>
            <a:r>
              <a:rPr lang="en-US" dirty="0"/>
              <a:t> o </a:t>
            </a:r>
            <a:r>
              <a:rPr lang="en-US" dirty="0" err="1"/>
              <a:t>distribuţie</a:t>
            </a:r>
            <a:r>
              <a:rPr lang="en-US" dirty="0"/>
              <a:t> uniform</a:t>
            </a:r>
            <a:r>
              <a:rPr lang="vi-VN" dirty="0"/>
              <a:t>ă</a:t>
            </a:r>
            <a:r>
              <a:rPr lang="en-US" dirty="0"/>
              <a:t> a </a:t>
            </a:r>
            <a:r>
              <a:rPr lang="en-US" dirty="0" err="1"/>
              <a:t>notelor</a:t>
            </a:r>
            <a:r>
              <a:rPr lang="en-US" dirty="0"/>
              <a:t>, </a:t>
            </a:r>
            <a:r>
              <a:rPr lang="en-US" dirty="0" err="1"/>
              <a:t>deci</a:t>
            </a:r>
            <a:r>
              <a:rPr lang="en-US" dirty="0"/>
              <a:t> 2.5 note per student (100,000 / 40,000).  </a:t>
            </a:r>
            <a:r>
              <a:rPr lang="en-US" dirty="0" err="1"/>
              <a:t>Costul</a:t>
            </a:r>
            <a:r>
              <a:rPr lang="en-US" dirty="0"/>
              <a:t> </a:t>
            </a:r>
            <a:r>
              <a:rPr lang="en-US" dirty="0" err="1"/>
              <a:t>citirii</a:t>
            </a:r>
            <a:r>
              <a:rPr lang="en-US" dirty="0"/>
              <a:t> </a:t>
            </a:r>
            <a:r>
              <a:rPr lang="en-US" dirty="0" err="1"/>
              <a:t>lor</a:t>
            </a:r>
            <a:r>
              <a:rPr lang="en-US" dirty="0"/>
              <a:t> e 1 </a:t>
            </a:r>
            <a:r>
              <a:rPr lang="en-US" dirty="0" err="1"/>
              <a:t>sau</a:t>
            </a:r>
            <a:r>
              <a:rPr lang="en-US" dirty="0"/>
              <a:t> 2.5 I/</a:t>
            </a:r>
            <a:r>
              <a:rPr lang="en-US" dirty="0" err="1"/>
              <a:t>Os</a:t>
            </a:r>
            <a:r>
              <a:rPr lang="en-US" dirty="0"/>
              <a:t> (index </a:t>
            </a:r>
            <a:r>
              <a:rPr lang="en-US" dirty="0" err="1"/>
              <a:t>grupat</a:t>
            </a:r>
            <a:r>
              <a:rPr lang="en-US" dirty="0"/>
              <a:t> </a:t>
            </a:r>
            <a:r>
              <a:rPr lang="en-US" dirty="0" err="1"/>
              <a:t>sau</a:t>
            </a:r>
            <a:r>
              <a:rPr lang="en-US" dirty="0"/>
              <a:t> nu). Total: de la  </a:t>
            </a:r>
            <a:r>
              <a:rPr lang="en-US" dirty="0">
                <a:solidFill>
                  <a:schemeClr val="folHlink"/>
                </a:solidFill>
              </a:rPr>
              <a:t>88,500</a:t>
            </a:r>
            <a:r>
              <a:rPr lang="en-US" dirty="0"/>
              <a:t> la </a:t>
            </a:r>
            <a:r>
              <a:rPr lang="en-US" dirty="0">
                <a:solidFill>
                  <a:schemeClr val="folHlink"/>
                </a:solidFill>
              </a:rPr>
              <a:t>148,500</a:t>
            </a:r>
            <a:r>
              <a:rPr lang="en-US" dirty="0"/>
              <a:t> I/</a:t>
            </a:r>
            <a:r>
              <a:rPr lang="en-US" dirty="0" err="1"/>
              <a:t>Os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6112382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9" name="Rectangle 2"/>
          <p:cNvSpPr>
            <a:spLocks noGrp="1" noChangeArrowheads="1"/>
          </p:cNvSpPr>
          <p:nvPr>
            <p:ph type="ctrTitle" idx="4294967295"/>
          </p:nvPr>
        </p:nvSpPr>
        <p:spPr>
          <a:xfrm>
            <a:off x="304800" y="572870"/>
            <a:ext cx="10363200" cy="646331"/>
          </a:xfrm>
          <a:noFill/>
        </p:spPr>
        <p:txBody>
          <a:bodyPr/>
          <a:lstStyle/>
          <a:p>
            <a:pPr eaLnBrk="1" hangingPunct="1"/>
            <a:r>
              <a:rPr lang="en-US" dirty="0"/>
              <a:t>Sort-Merge Join  (R </a:t>
            </a:r>
            <a:r>
              <a:rPr lang="en-US" dirty="0">
                <a:sym typeface="Symbol" pitchFamily="18" charset="2"/>
              </a:rPr>
              <a:t></a:t>
            </a:r>
            <a:r>
              <a:rPr lang="en-US" baseline="-25000" dirty="0" err="1">
                <a:sym typeface="Symbol" pitchFamily="18" charset="2"/>
              </a:rPr>
              <a:t>i</a:t>
            </a:r>
            <a:r>
              <a:rPr lang="en-US" baseline="-25000" dirty="0">
                <a:sym typeface="Symbol" pitchFamily="18" charset="2"/>
              </a:rPr>
              <a:t>=j</a:t>
            </a:r>
            <a:r>
              <a:rPr lang="en-US" dirty="0">
                <a:sym typeface="Symbol" pitchFamily="18" charset="2"/>
              </a:rPr>
              <a:t> </a:t>
            </a:r>
            <a:r>
              <a:rPr lang="en-US" dirty="0"/>
              <a:t>S)</a:t>
            </a:r>
          </a:p>
        </p:txBody>
      </p:sp>
      <p:sp>
        <p:nvSpPr>
          <p:cNvPr id="14340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838200" y="1828800"/>
            <a:ext cx="11049000" cy="5029200"/>
          </a:xfrm>
          <a:noFill/>
        </p:spPr>
        <p:txBody>
          <a:bodyPr/>
          <a:lstStyle/>
          <a:p>
            <a:pPr marL="228600" indent="-228600" eaLnBrk="1" hangingPunct="1">
              <a:buFont typeface="Wingdings" pitchFamily="2" charset="2"/>
              <a:buChar char="n"/>
            </a:pPr>
            <a:r>
              <a:rPr lang="en-US" sz="2400" dirty="0">
                <a:cs typeface="Times New Roman" pitchFamily="18" charset="0"/>
              </a:rPr>
              <a:t> </a:t>
            </a:r>
            <a:r>
              <a:rPr lang="en-US" sz="2400" dirty="0" err="1"/>
              <a:t>Ordonare</a:t>
            </a:r>
            <a:r>
              <a:rPr lang="en-US" sz="2400" dirty="0"/>
              <a:t> R </a:t>
            </a:r>
            <a:r>
              <a:rPr lang="en-US" sz="2400" dirty="0" err="1"/>
              <a:t>şi</a:t>
            </a:r>
            <a:r>
              <a:rPr lang="en-US" sz="2400" dirty="0"/>
              <a:t> S dup</a:t>
            </a:r>
            <a:r>
              <a:rPr lang="vi-VN" sz="2400" dirty="0"/>
              <a:t>ă</a:t>
            </a:r>
            <a:r>
              <a:rPr lang="en-US" sz="2400" dirty="0"/>
              <a:t> </a:t>
            </a:r>
            <a:r>
              <a:rPr lang="en-US" sz="2400" dirty="0" err="1"/>
              <a:t>câmpurile</a:t>
            </a:r>
            <a:r>
              <a:rPr lang="en-US" sz="2400" dirty="0"/>
              <a:t> </a:t>
            </a:r>
            <a:r>
              <a:rPr lang="en-US" sz="2400" dirty="0" err="1"/>
              <a:t>ce</a:t>
            </a:r>
            <a:r>
              <a:rPr lang="en-US" sz="2400" dirty="0"/>
              <a:t> </a:t>
            </a:r>
            <a:r>
              <a:rPr lang="en-US" sz="2400" dirty="0" err="1"/>
              <a:t>apar</a:t>
            </a:r>
            <a:r>
              <a:rPr lang="en-US" sz="2400" dirty="0"/>
              <a:t> </a:t>
            </a:r>
            <a:r>
              <a:rPr lang="en-US" sz="2400" dirty="0" err="1"/>
              <a:t>în</a:t>
            </a:r>
            <a:r>
              <a:rPr lang="en-US" sz="2400" dirty="0"/>
              <a:t> </a:t>
            </a:r>
            <a:r>
              <a:rPr lang="en-US" sz="2400" dirty="0" err="1"/>
              <a:t>condiţia</a:t>
            </a:r>
            <a:r>
              <a:rPr lang="en-US" sz="2400" dirty="0"/>
              <a:t> de join, </a:t>
            </a:r>
            <a:r>
              <a:rPr lang="en-US" sz="2400" dirty="0" err="1"/>
              <a:t>apoi</a:t>
            </a:r>
            <a:r>
              <a:rPr lang="en-US" sz="2400" dirty="0"/>
              <a:t> </a:t>
            </a:r>
            <a:r>
              <a:rPr lang="en-US" sz="2400" dirty="0" err="1"/>
              <a:t>scanare</a:t>
            </a:r>
            <a:r>
              <a:rPr lang="en-US" sz="2400" dirty="0"/>
              <a:t> </a:t>
            </a:r>
            <a:r>
              <a:rPr lang="en-US" sz="2400" dirty="0" err="1"/>
              <a:t>pentru</a:t>
            </a:r>
            <a:r>
              <a:rPr lang="en-US" sz="2400" dirty="0"/>
              <a:t> </a:t>
            </a:r>
            <a:r>
              <a:rPr lang="en-US" sz="2400" dirty="0" err="1"/>
              <a:t>identificarea</a:t>
            </a:r>
            <a:r>
              <a:rPr lang="en-US" sz="2400" dirty="0"/>
              <a:t> </a:t>
            </a:r>
            <a:r>
              <a:rPr lang="en-US" sz="2400" dirty="0" err="1"/>
              <a:t>perechilor</a:t>
            </a:r>
            <a:r>
              <a:rPr lang="en-US" sz="2400" dirty="0"/>
              <a:t>.</a:t>
            </a:r>
          </a:p>
          <a:p>
            <a:pPr marL="749300" lvl="1" indent="-177800" eaLnBrk="1" hangingPunct="1">
              <a:buSzPct val="75000"/>
            </a:pPr>
            <a:r>
              <a:rPr lang="en-US" sz="2400" dirty="0">
                <a:solidFill>
                  <a:schemeClr val="folHlink"/>
                </a:solidFill>
              </a:rPr>
              <a:t> </a:t>
            </a:r>
            <a:r>
              <a:rPr lang="en-US" sz="2400" dirty="0" err="1">
                <a:solidFill>
                  <a:schemeClr val="folHlink"/>
                </a:solidFill>
              </a:rPr>
              <a:t>Scanarea</a:t>
            </a:r>
            <a:r>
              <a:rPr lang="en-US" sz="2400" dirty="0">
                <a:solidFill>
                  <a:schemeClr val="folHlink"/>
                </a:solidFill>
              </a:rPr>
              <a:t> </a:t>
            </a:r>
            <a:r>
              <a:rPr lang="en-US" sz="2400" dirty="0" err="1">
                <a:solidFill>
                  <a:schemeClr val="folHlink"/>
                </a:solidFill>
              </a:rPr>
              <a:t>lui</a:t>
            </a:r>
            <a:r>
              <a:rPr lang="en-US" sz="2400" dirty="0">
                <a:solidFill>
                  <a:schemeClr val="folHlink"/>
                </a:solidFill>
              </a:rPr>
              <a:t> R </a:t>
            </a:r>
            <a:r>
              <a:rPr lang="en-US" sz="2400" dirty="0" err="1">
                <a:solidFill>
                  <a:schemeClr val="folHlink"/>
                </a:solidFill>
              </a:rPr>
              <a:t>avanseaz</a:t>
            </a:r>
            <a:r>
              <a:rPr lang="vi-VN" sz="2400" dirty="0">
                <a:solidFill>
                  <a:schemeClr val="folHlink"/>
                </a:solidFill>
              </a:rPr>
              <a:t>ă</a:t>
            </a:r>
            <a:r>
              <a:rPr lang="en-US" sz="2400" dirty="0">
                <a:solidFill>
                  <a:schemeClr val="folHlink"/>
                </a:solidFill>
              </a:rPr>
              <a:t> p</a:t>
            </a:r>
            <a:r>
              <a:rPr lang="vi-VN" sz="2400" dirty="0">
                <a:solidFill>
                  <a:schemeClr val="folHlink"/>
                </a:solidFill>
              </a:rPr>
              <a:t>â</a:t>
            </a:r>
            <a:r>
              <a:rPr lang="en-US" sz="2400" dirty="0">
                <a:solidFill>
                  <a:schemeClr val="folHlink"/>
                </a:solidFill>
              </a:rPr>
              <a:t>n</a:t>
            </a:r>
            <a:r>
              <a:rPr lang="vi-VN" sz="2400" dirty="0">
                <a:solidFill>
                  <a:schemeClr val="folHlink"/>
                </a:solidFill>
              </a:rPr>
              <a:t>ă </a:t>
            </a:r>
            <a:r>
              <a:rPr lang="en-US" sz="2400" dirty="0" err="1">
                <a:solidFill>
                  <a:schemeClr val="folHlink"/>
                </a:solidFill>
                <a:latin typeface="Book Antiqua" pitchFamily="18" charset="0"/>
              </a:rPr>
              <a:t>r</a:t>
            </a:r>
            <a:r>
              <a:rPr lang="en-US" sz="2400" baseline="-10000" dirty="0" err="1">
                <a:solidFill>
                  <a:schemeClr val="folHlink"/>
                </a:solidFill>
                <a:latin typeface="Book Antiqua" pitchFamily="18" charset="0"/>
              </a:rPr>
              <a:t>i</a:t>
            </a:r>
            <a:r>
              <a:rPr lang="en-US" sz="2400" dirty="0">
                <a:solidFill>
                  <a:schemeClr val="folHlink"/>
                </a:solidFill>
                <a:latin typeface="Book Antiqua" pitchFamily="18" charset="0"/>
              </a:rPr>
              <a:t> </a:t>
            </a:r>
            <a:r>
              <a:rPr lang="en-US" sz="2400" dirty="0" err="1">
                <a:solidFill>
                  <a:schemeClr val="folHlink"/>
                </a:solidFill>
              </a:rPr>
              <a:t>curent</a:t>
            </a:r>
            <a:r>
              <a:rPr lang="en-US" sz="2400" dirty="0">
                <a:solidFill>
                  <a:schemeClr val="folHlink"/>
                </a:solidFill>
              </a:rPr>
              <a:t> &gt; </a:t>
            </a:r>
            <a:r>
              <a:rPr lang="en-US" sz="2400" dirty="0" err="1">
                <a:solidFill>
                  <a:schemeClr val="folHlink"/>
                </a:solidFill>
                <a:latin typeface="Book Antiqua" pitchFamily="18" charset="0"/>
              </a:rPr>
              <a:t>s</a:t>
            </a:r>
            <a:r>
              <a:rPr lang="en-US" sz="2400" baseline="-10000" dirty="0" err="1">
                <a:solidFill>
                  <a:schemeClr val="folHlink"/>
                </a:solidFill>
                <a:latin typeface="Book Antiqua" pitchFamily="18" charset="0"/>
              </a:rPr>
              <a:t>j</a:t>
            </a:r>
            <a:r>
              <a:rPr lang="en-US" sz="2400" baseline="-10000" dirty="0">
                <a:solidFill>
                  <a:schemeClr val="folHlink"/>
                </a:solidFill>
                <a:latin typeface="Book Antiqua" pitchFamily="18" charset="0"/>
              </a:rPr>
              <a:t>  </a:t>
            </a:r>
            <a:r>
              <a:rPr lang="en-US" sz="2400" dirty="0" err="1">
                <a:solidFill>
                  <a:schemeClr val="folHlink"/>
                </a:solidFill>
              </a:rPr>
              <a:t>curent</a:t>
            </a:r>
            <a:r>
              <a:rPr lang="en-US" sz="2400" dirty="0">
                <a:solidFill>
                  <a:schemeClr val="folHlink"/>
                </a:solidFill>
              </a:rPr>
              <a:t>, </a:t>
            </a:r>
            <a:r>
              <a:rPr lang="en-US" sz="2400" dirty="0" err="1">
                <a:solidFill>
                  <a:schemeClr val="folHlink"/>
                </a:solidFill>
              </a:rPr>
              <a:t>apoi</a:t>
            </a:r>
            <a:r>
              <a:rPr lang="en-US" sz="2400" dirty="0">
                <a:solidFill>
                  <a:schemeClr val="folHlink"/>
                </a:solidFill>
              </a:rPr>
              <a:t> se </a:t>
            </a:r>
            <a:r>
              <a:rPr lang="en-US" sz="2400" dirty="0" err="1">
                <a:solidFill>
                  <a:schemeClr val="folHlink"/>
                </a:solidFill>
              </a:rPr>
              <a:t>avanseaz</a:t>
            </a:r>
            <a:r>
              <a:rPr lang="vi-VN" sz="2400" dirty="0">
                <a:solidFill>
                  <a:schemeClr val="folHlink"/>
                </a:solidFill>
              </a:rPr>
              <a:t>ă</a:t>
            </a:r>
            <a:r>
              <a:rPr lang="en-US" sz="2400" dirty="0">
                <a:solidFill>
                  <a:schemeClr val="folHlink"/>
                </a:solidFill>
              </a:rPr>
              <a:t> cu </a:t>
            </a:r>
            <a:r>
              <a:rPr lang="en-US" sz="2400" dirty="0" err="1">
                <a:solidFill>
                  <a:schemeClr val="folHlink"/>
                </a:solidFill>
              </a:rPr>
              <a:t>scanarea</a:t>
            </a:r>
            <a:r>
              <a:rPr lang="en-US" sz="2400" dirty="0">
                <a:solidFill>
                  <a:schemeClr val="folHlink"/>
                </a:solidFill>
              </a:rPr>
              <a:t> </a:t>
            </a:r>
            <a:r>
              <a:rPr lang="en-US" sz="2400" dirty="0" err="1">
                <a:solidFill>
                  <a:schemeClr val="folHlink"/>
                </a:solidFill>
              </a:rPr>
              <a:t>lui</a:t>
            </a:r>
            <a:r>
              <a:rPr lang="en-US" sz="2400" dirty="0">
                <a:solidFill>
                  <a:schemeClr val="folHlink"/>
                </a:solidFill>
              </a:rPr>
              <a:t> S p</a:t>
            </a:r>
            <a:r>
              <a:rPr lang="vi-VN" sz="2400" dirty="0">
                <a:solidFill>
                  <a:schemeClr val="folHlink"/>
                </a:solidFill>
              </a:rPr>
              <a:t>â</a:t>
            </a:r>
            <a:r>
              <a:rPr lang="en-US" sz="2400" dirty="0">
                <a:solidFill>
                  <a:schemeClr val="folHlink"/>
                </a:solidFill>
              </a:rPr>
              <a:t>n</a:t>
            </a:r>
            <a:r>
              <a:rPr lang="vi-VN" sz="2400" dirty="0">
                <a:solidFill>
                  <a:schemeClr val="folHlink"/>
                </a:solidFill>
              </a:rPr>
              <a:t>ă </a:t>
            </a:r>
            <a:r>
              <a:rPr lang="en-US" sz="2400" dirty="0" err="1">
                <a:solidFill>
                  <a:schemeClr val="folHlink"/>
                </a:solidFill>
                <a:latin typeface="Book Antiqua" pitchFamily="18" charset="0"/>
              </a:rPr>
              <a:t>s</a:t>
            </a:r>
            <a:r>
              <a:rPr lang="en-US" sz="2400" baseline="-10000" dirty="0" err="1">
                <a:solidFill>
                  <a:schemeClr val="folHlink"/>
                </a:solidFill>
                <a:latin typeface="Book Antiqua" pitchFamily="18" charset="0"/>
              </a:rPr>
              <a:t>j</a:t>
            </a:r>
            <a:r>
              <a:rPr lang="en-US" sz="2400" baseline="-10000" dirty="0">
                <a:solidFill>
                  <a:schemeClr val="folHlink"/>
                </a:solidFill>
                <a:latin typeface="Book Antiqua" pitchFamily="18" charset="0"/>
              </a:rPr>
              <a:t>  </a:t>
            </a:r>
            <a:r>
              <a:rPr lang="en-US" sz="2400" dirty="0" err="1">
                <a:solidFill>
                  <a:schemeClr val="folHlink"/>
                </a:solidFill>
              </a:rPr>
              <a:t>curent</a:t>
            </a:r>
            <a:r>
              <a:rPr lang="en-US" sz="2400" dirty="0">
                <a:solidFill>
                  <a:schemeClr val="folHlink"/>
                </a:solidFill>
              </a:rPr>
              <a:t> &gt;</a:t>
            </a:r>
            <a:r>
              <a:rPr lang="en-US" sz="2400" dirty="0">
                <a:solidFill>
                  <a:schemeClr val="folHlink"/>
                </a:solidFill>
                <a:latin typeface="Book Antiqua" pitchFamily="18" charset="0"/>
              </a:rPr>
              <a:t> </a:t>
            </a:r>
            <a:r>
              <a:rPr lang="en-US" sz="2400" dirty="0" err="1">
                <a:solidFill>
                  <a:schemeClr val="folHlink"/>
                </a:solidFill>
                <a:latin typeface="Book Antiqua" pitchFamily="18" charset="0"/>
              </a:rPr>
              <a:t>r</a:t>
            </a:r>
            <a:r>
              <a:rPr lang="en-US" sz="2400" baseline="-10000" dirty="0" err="1">
                <a:solidFill>
                  <a:schemeClr val="folHlink"/>
                </a:solidFill>
                <a:latin typeface="Book Antiqua" pitchFamily="18" charset="0"/>
              </a:rPr>
              <a:t>i</a:t>
            </a:r>
            <a:r>
              <a:rPr lang="en-US" sz="2400" dirty="0">
                <a:solidFill>
                  <a:schemeClr val="folHlink"/>
                </a:solidFill>
                <a:latin typeface="Book Antiqua" pitchFamily="18" charset="0"/>
              </a:rPr>
              <a:t> </a:t>
            </a:r>
            <a:r>
              <a:rPr lang="en-US" sz="2400" dirty="0" err="1">
                <a:solidFill>
                  <a:schemeClr val="folHlink"/>
                </a:solidFill>
              </a:rPr>
              <a:t>curent</a:t>
            </a:r>
            <a:r>
              <a:rPr lang="en-US" sz="2400" dirty="0">
                <a:solidFill>
                  <a:schemeClr val="folHlink"/>
                </a:solidFill>
              </a:rPr>
              <a:t>; </a:t>
            </a:r>
            <a:r>
              <a:rPr lang="en-US" sz="2400" dirty="0" err="1">
                <a:solidFill>
                  <a:schemeClr val="folHlink"/>
                </a:solidFill>
              </a:rPr>
              <a:t>pân</a:t>
            </a:r>
            <a:r>
              <a:rPr lang="vi-VN" sz="2400" dirty="0">
                <a:solidFill>
                  <a:schemeClr val="folHlink"/>
                </a:solidFill>
              </a:rPr>
              <a:t>ă </a:t>
            </a:r>
            <a:r>
              <a:rPr lang="en-US" sz="2400" dirty="0">
                <a:solidFill>
                  <a:schemeClr val="folHlink"/>
                </a:solidFill>
              </a:rPr>
              <a:t> </a:t>
            </a:r>
            <a:r>
              <a:rPr lang="en-US" sz="2400" dirty="0" err="1">
                <a:solidFill>
                  <a:schemeClr val="folHlink"/>
                </a:solidFill>
              </a:rPr>
              <a:t>când</a:t>
            </a:r>
            <a:r>
              <a:rPr lang="en-US" sz="2400" dirty="0">
                <a:solidFill>
                  <a:schemeClr val="folHlink"/>
                </a:solidFill>
              </a:rPr>
              <a:t> </a:t>
            </a:r>
            <a:r>
              <a:rPr lang="en-US" sz="2400" dirty="0" err="1">
                <a:solidFill>
                  <a:schemeClr val="folHlink"/>
                </a:solidFill>
                <a:latin typeface="Book Antiqua" pitchFamily="18" charset="0"/>
              </a:rPr>
              <a:t>r</a:t>
            </a:r>
            <a:r>
              <a:rPr lang="en-US" sz="2400" baseline="-10000" dirty="0" err="1">
                <a:solidFill>
                  <a:schemeClr val="folHlink"/>
                </a:solidFill>
                <a:latin typeface="Book Antiqua" pitchFamily="18" charset="0"/>
              </a:rPr>
              <a:t>i</a:t>
            </a:r>
            <a:r>
              <a:rPr lang="en-US" sz="2400" dirty="0">
                <a:solidFill>
                  <a:schemeClr val="folHlink"/>
                </a:solidFill>
                <a:latin typeface="Book Antiqua" pitchFamily="18" charset="0"/>
              </a:rPr>
              <a:t> </a:t>
            </a:r>
            <a:r>
              <a:rPr lang="en-US" sz="2400" dirty="0" err="1">
                <a:solidFill>
                  <a:schemeClr val="folHlink"/>
                </a:solidFill>
              </a:rPr>
              <a:t>curent</a:t>
            </a:r>
            <a:r>
              <a:rPr lang="en-US" sz="2400" dirty="0">
                <a:solidFill>
                  <a:schemeClr val="folHlink"/>
                </a:solidFill>
              </a:rPr>
              <a:t> = </a:t>
            </a:r>
            <a:r>
              <a:rPr lang="en-US" sz="2400" dirty="0" err="1">
                <a:solidFill>
                  <a:schemeClr val="folHlink"/>
                </a:solidFill>
                <a:latin typeface="Book Antiqua" pitchFamily="18" charset="0"/>
              </a:rPr>
              <a:t>s</a:t>
            </a:r>
            <a:r>
              <a:rPr lang="en-US" sz="2400" baseline="-10000" dirty="0" err="1">
                <a:solidFill>
                  <a:schemeClr val="folHlink"/>
                </a:solidFill>
                <a:latin typeface="Book Antiqua" pitchFamily="18" charset="0"/>
              </a:rPr>
              <a:t>j</a:t>
            </a:r>
            <a:r>
              <a:rPr lang="en-US" sz="2400" baseline="-10000" dirty="0">
                <a:solidFill>
                  <a:schemeClr val="folHlink"/>
                </a:solidFill>
                <a:latin typeface="Book Antiqua" pitchFamily="18" charset="0"/>
              </a:rPr>
              <a:t>  </a:t>
            </a:r>
            <a:r>
              <a:rPr lang="en-US" sz="2400" dirty="0" err="1">
                <a:solidFill>
                  <a:schemeClr val="folHlink"/>
                </a:solidFill>
              </a:rPr>
              <a:t>curent</a:t>
            </a:r>
            <a:r>
              <a:rPr lang="en-US" sz="2400" dirty="0">
                <a:solidFill>
                  <a:schemeClr val="folHlink"/>
                </a:solidFill>
              </a:rPr>
              <a:t>.</a:t>
            </a:r>
          </a:p>
          <a:p>
            <a:pPr marL="749300" lvl="1" indent="-177800" eaLnBrk="1" hangingPunct="1">
              <a:buSzPct val="75000"/>
            </a:pPr>
            <a:r>
              <a:rPr lang="en-US" sz="2400" dirty="0">
                <a:solidFill>
                  <a:schemeClr val="folHlink"/>
                </a:solidFill>
              </a:rPr>
              <a:t> La </a:t>
            </a:r>
            <a:r>
              <a:rPr lang="en-US" sz="2400" dirty="0" err="1">
                <a:solidFill>
                  <a:schemeClr val="folHlink"/>
                </a:solidFill>
              </a:rPr>
              <a:t>acest</a:t>
            </a:r>
            <a:r>
              <a:rPr lang="en-US" sz="2400" dirty="0">
                <a:solidFill>
                  <a:schemeClr val="folHlink"/>
                </a:solidFill>
              </a:rPr>
              <a:t> </a:t>
            </a:r>
            <a:r>
              <a:rPr lang="en-US" sz="2400" dirty="0" err="1">
                <a:solidFill>
                  <a:schemeClr val="folHlink"/>
                </a:solidFill>
              </a:rPr>
              <a:t>punct</a:t>
            </a:r>
            <a:r>
              <a:rPr lang="en-US" sz="2400" dirty="0">
                <a:solidFill>
                  <a:schemeClr val="folHlink"/>
                </a:solidFill>
              </a:rPr>
              <a:t> </a:t>
            </a:r>
            <a:r>
              <a:rPr lang="en-US" sz="2400" dirty="0" err="1">
                <a:solidFill>
                  <a:schemeClr val="folHlink"/>
                </a:solidFill>
              </a:rPr>
              <a:t>toate</a:t>
            </a:r>
            <a:r>
              <a:rPr lang="en-US" sz="2400" dirty="0">
                <a:solidFill>
                  <a:schemeClr val="folHlink"/>
                </a:solidFill>
              </a:rPr>
              <a:t> </a:t>
            </a:r>
            <a:r>
              <a:rPr lang="en-US" sz="2400" dirty="0" err="1">
                <a:solidFill>
                  <a:schemeClr val="folHlink"/>
                </a:solidFill>
              </a:rPr>
              <a:t>perechile</a:t>
            </a:r>
            <a:r>
              <a:rPr lang="en-US" sz="2400" dirty="0">
                <a:solidFill>
                  <a:schemeClr val="folHlink"/>
                </a:solidFill>
              </a:rPr>
              <a:t> </a:t>
            </a:r>
            <a:r>
              <a:rPr lang="en-US" sz="2400" dirty="0" err="1">
                <a:solidFill>
                  <a:schemeClr val="folHlink"/>
                </a:solidFill>
              </a:rPr>
              <a:t>posibile</a:t>
            </a:r>
            <a:r>
              <a:rPr lang="en-US" sz="2400" dirty="0">
                <a:solidFill>
                  <a:schemeClr val="folHlink"/>
                </a:solidFill>
              </a:rPr>
              <a:t> </a:t>
            </a:r>
            <a:r>
              <a:rPr lang="en-US" sz="2400" dirty="0" err="1">
                <a:solidFill>
                  <a:schemeClr val="folHlink"/>
                </a:solidFill>
              </a:rPr>
              <a:t>între</a:t>
            </a:r>
            <a:r>
              <a:rPr lang="en-US" sz="2400" dirty="0">
                <a:solidFill>
                  <a:schemeClr val="folHlink"/>
                </a:solidFill>
              </a:rPr>
              <a:t> </a:t>
            </a:r>
            <a:r>
              <a:rPr lang="en-US" sz="2400" dirty="0" err="1">
                <a:solidFill>
                  <a:schemeClr val="folHlink"/>
                </a:solidFill>
              </a:rPr>
              <a:t>înregistr</a:t>
            </a:r>
            <a:r>
              <a:rPr lang="vi-VN" sz="2400" dirty="0">
                <a:solidFill>
                  <a:schemeClr val="folHlink"/>
                </a:solidFill>
              </a:rPr>
              <a:t>ă</a:t>
            </a:r>
            <a:r>
              <a:rPr lang="en-US" sz="2400" dirty="0">
                <a:solidFill>
                  <a:schemeClr val="folHlink"/>
                </a:solidFill>
              </a:rPr>
              <a:t>rile din R cu </a:t>
            </a:r>
            <a:r>
              <a:rPr lang="en-US" sz="2400" dirty="0" err="1">
                <a:solidFill>
                  <a:schemeClr val="folHlink"/>
                </a:solidFill>
              </a:rPr>
              <a:t>aceeaşi</a:t>
            </a:r>
            <a:r>
              <a:rPr lang="en-US" sz="2400" dirty="0">
                <a:solidFill>
                  <a:schemeClr val="folHlink"/>
                </a:solidFill>
              </a:rPr>
              <a:t> </a:t>
            </a:r>
            <a:r>
              <a:rPr lang="en-US" sz="2400" dirty="0" err="1">
                <a:solidFill>
                  <a:schemeClr val="folHlink"/>
                </a:solidFill>
              </a:rPr>
              <a:t>valoare</a:t>
            </a:r>
            <a:r>
              <a:rPr lang="en-US" sz="2400" dirty="0">
                <a:solidFill>
                  <a:schemeClr val="folHlink"/>
                </a:solidFill>
              </a:rPr>
              <a:t> </a:t>
            </a:r>
            <a:r>
              <a:rPr lang="en-US" sz="2400" dirty="0" err="1">
                <a:solidFill>
                  <a:schemeClr val="folHlink"/>
                </a:solidFill>
              </a:rPr>
              <a:t>r</a:t>
            </a:r>
            <a:r>
              <a:rPr lang="en-US" sz="2400" baseline="-25000" dirty="0" err="1">
                <a:solidFill>
                  <a:schemeClr val="folHlink"/>
                </a:solidFill>
              </a:rPr>
              <a:t>i</a:t>
            </a:r>
            <a:r>
              <a:rPr lang="en-US" sz="2400" dirty="0">
                <a:solidFill>
                  <a:schemeClr val="folHlink"/>
                </a:solidFill>
              </a:rPr>
              <a:t> </a:t>
            </a:r>
            <a:r>
              <a:rPr lang="en-US" sz="2400" dirty="0" err="1">
                <a:solidFill>
                  <a:schemeClr val="folHlink"/>
                </a:solidFill>
              </a:rPr>
              <a:t>şi</a:t>
            </a:r>
            <a:r>
              <a:rPr lang="en-US" sz="2400" dirty="0">
                <a:solidFill>
                  <a:schemeClr val="folHlink"/>
                </a:solidFill>
              </a:rPr>
              <a:t> </a:t>
            </a:r>
            <a:r>
              <a:rPr lang="en-US" sz="2400" dirty="0" err="1">
                <a:solidFill>
                  <a:schemeClr val="folHlink"/>
                </a:solidFill>
              </a:rPr>
              <a:t>toate</a:t>
            </a:r>
            <a:r>
              <a:rPr lang="en-US" sz="2400" dirty="0">
                <a:solidFill>
                  <a:schemeClr val="folHlink"/>
                </a:solidFill>
              </a:rPr>
              <a:t> </a:t>
            </a:r>
            <a:r>
              <a:rPr lang="en-US" sz="2400" dirty="0" err="1">
                <a:solidFill>
                  <a:schemeClr val="folHlink"/>
                </a:solidFill>
              </a:rPr>
              <a:t>înregistr</a:t>
            </a:r>
            <a:r>
              <a:rPr lang="vi-VN" sz="2400" dirty="0">
                <a:solidFill>
                  <a:schemeClr val="folHlink"/>
                </a:solidFill>
              </a:rPr>
              <a:t>ă</a:t>
            </a:r>
            <a:r>
              <a:rPr lang="en-US" sz="2400" dirty="0">
                <a:solidFill>
                  <a:schemeClr val="folHlink"/>
                </a:solidFill>
              </a:rPr>
              <a:t>rile din S cu </a:t>
            </a:r>
            <a:r>
              <a:rPr lang="en-US" sz="2400" dirty="0" err="1">
                <a:solidFill>
                  <a:schemeClr val="folHlink"/>
                </a:solidFill>
              </a:rPr>
              <a:t>aceeaşi</a:t>
            </a:r>
            <a:r>
              <a:rPr lang="en-US" sz="2400" dirty="0">
                <a:solidFill>
                  <a:schemeClr val="folHlink"/>
                </a:solidFill>
              </a:rPr>
              <a:t> </a:t>
            </a:r>
            <a:r>
              <a:rPr lang="en-US" sz="2400" dirty="0" err="1">
                <a:solidFill>
                  <a:schemeClr val="folHlink"/>
                </a:solidFill>
              </a:rPr>
              <a:t>valoare</a:t>
            </a:r>
            <a:r>
              <a:rPr lang="en-US" sz="2400" dirty="0">
                <a:solidFill>
                  <a:schemeClr val="folHlink"/>
                </a:solidFill>
              </a:rPr>
              <a:t> </a:t>
            </a:r>
            <a:r>
              <a:rPr lang="en-US" sz="2400" dirty="0" err="1">
                <a:solidFill>
                  <a:schemeClr val="folHlink"/>
                </a:solidFill>
              </a:rPr>
              <a:t>s</a:t>
            </a:r>
            <a:r>
              <a:rPr lang="en-US" sz="2400" baseline="-25000" dirty="0" err="1">
                <a:solidFill>
                  <a:schemeClr val="folHlink"/>
                </a:solidFill>
              </a:rPr>
              <a:t>j</a:t>
            </a:r>
            <a:r>
              <a:rPr lang="en-US" sz="2400" dirty="0">
                <a:solidFill>
                  <a:schemeClr val="folHlink"/>
                </a:solidFill>
              </a:rPr>
              <a:t> </a:t>
            </a:r>
            <a:r>
              <a:rPr lang="en-US" sz="2400" dirty="0" err="1">
                <a:solidFill>
                  <a:schemeClr val="folHlink"/>
                </a:solidFill>
              </a:rPr>
              <a:t>sunt</a:t>
            </a:r>
            <a:r>
              <a:rPr lang="en-US" sz="2400" dirty="0">
                <a:solidFill>
                  <a:schemeClr val="folHlink"/>
                </a:solidFill>
              </a:rPr>
              <a:t> </a:t>
            </a:r>
            <a:r>
              <a:rPr lang="en-US" sz="2400" dirty="0" err="1">
                <a:solidFill>
                  <a:schemeClr val="folHlink"/>
                </a:solidFill>
              </a:rPr>
              <a:t>salvate</a:t>
            </a:r>
            <a:r>
              <a:rPr lang="en-US" sz="2400" dirty="0">
                <a:solidFill>
                  <a:schemeClr val="folHlink"/>
                </a:solidFill>
              </a:rPr>
              <a:t> </a:t>
            </a:r>
            <a:r>
              <a:rPr lang="en-US" sz="2400" dirty="0" err="1">
                <a:solidFill>
                  <a:schemeClr val="folHlink"/>
                </a:solidFill>
              </a:rPr>
              <a:t>în</a:t>
            </a:r>
            <a:r>
              <a:rPr lang="en-US" sz="2400" dirty="0">
                <a:solidFill>
                  <a:schemeClr val="folHlink"/>
                </a:solidFill>
              </a:rPr>
              <a:t> </a:t>
            </a:r>
            <a:r>
              <a:rPr lang="en-US" sz="2400" dirty="0" err="1">
                <a:solidFill>
                  <a:schemeClr val="folHlink"/>
                </a:solidFill>
              </a:rPr>
              <a:t>pagina</a:t>
            </a:r>
            <a:r>
              <a:rPr lang="en-US" sz="2400" dirty="0">
                <a:solidFill>
                  <a:schemeClr val="folHlink"/>
                </a:solidFill>
              </a:rPr>
              <a:t> special</a:t>
            </a:r>
            <a:r>
              <a:rPr lang="vi-VN" sz="2400" dirty="0">
                <a:solidFill>
                  <a:schemeClr val="folHlink"/>
                </a:solidFill>
              </a:rPr>
              <a:t>ă</a:t>
            </a:r>
            <a:r>
              <a:rPr lang="en-US" sz="2400" dirty="0">
                <a:solidFill>
                  <a:schemeClr val="folHlink"/>
                </a:solidFill>
              </a:rPr>
              <a:t> </a:t>
            </a:r>
            <a:r>
              <a:rPr lang="en-US" sz="2400" dirty="0" err="1">
                <a:solidFill>
                  <a:schemeClr val="folHlink"/>
                </a:solidFill>
              </a:rPr>
              <a:t>pentru</a:t>
            </a:r>
            <a:r>
              <a:rPr lang="en-US" sz="2400" dirty="0">
                <a:solidFill>
                  <a:schemeClr val="folHlink"/>
                </a:solidFill>
              </a:rPr>
              <a:t> </a:t>
            </a:r>
            <a:r>
              <a:rPr lang="en-US" sz="2400" dirty="0" err="1">
                <a:solidFill>
                  <a:schemeClr val="folHlink"/>
                </a:solidFill>
              </a:rPr>
              <a:t>rezultat</a:t>
            </a:r>
            <a:r>
              <a:rPr lang="en-US" sz="2400" dirty="0">
                <a:solidFill>
                  <a:schemeClr val="folHlink"/>
                </a:solidFill>
              </a:rPr>
              <a:t>.</a:t>
            </a:r>
          </a:p>
          <a:p>
            <a:pPr marL="749300" lvl="1" indent="-177800" eaLnBrk="1" hangingPunct="1">
              <a:buSzPct val="75000"/>
            </a:pPr>
            <a:r>
              <a:rPr lang="en-US" sz="2400" dirty="0">
                <a:solidFill>
                  <a:schemeClr val="folHlink"/>
                </a:solidFill>
              </a:rPr>
              <a:t> </a:t>
            </a:r>
            <a:r>
              <a:rPr lang="en-US" sz="2400" dirty="0" err="1">
                <a:solidFill>
                  <a:schemeClr val="folHlink"/>
                </a:solidFill>
              </a:rPr>
              <a:t>Apoi</a:t>
            </a:r>
            <a:r>
              <a:rPr lang="en-US" sz="2400" dirty="0">
                <a:solidFill>
                  <a:schemeClr val="folHlink"/>
                </a:solidFill>
              </a:rPr>
              <a:t> se </a:t>
            </a:r>
            <a:r>
              <a:rPr lang="en-US" sz="2400" dirty="0" err="1">
                <a:solidFill>
                  <a:schemeClr val="folHlink"/>
                </a:solidFill>
              </a:rPr>
              <a:t>reia</a:t>
            </a:r>
            <a:r>
              <a:rPr lang="en-US" sz="2400" dirty="0">
                <a:solidFill>
                  <a:schemeClr val="folHlink"/>
                </a:solidFill>
              </a:rPr>
              <a:t> </a:t>
            </a:r>
            <a:r>
              <a:rPr lang="en-US" sz="2400" dirty="0" err="1">
                <a:solidFill>
                  <a:schemeClr val="folHlink"/>
                </a:solidFill>
              </a:rPr>
              <a:t>scanarea</a:t>
            </a:r>
            <a:r>
              <a:rPr lang="en-US" sz="2400" dirty="0">
                <a:solidFill>
                  <a:schemeClr val="folHlink"/>
                </a:solidFill>
              </a:rPr>
              <a:t> </a:t>
            </a:r>
            <a:r>
              <a:rPr lang="en-US" sz="2400" dirty="0" err="1">
                <a:solidFill>
                  <a:schemeClr val="folHlink"/>
                </a:solidFill>
              </a:rPr>
              <a:t>lui</a:t>
            </a:r>
            <a:r>
              <a:rPr lang="en-US" sz="2400" dirty="0">
                <a:solidFill>
                  <a:schemeClr val="folHlink"/>
                </a:solidFill>
              </a:rPr>
              <a:t> R </a:t>
            </a:r>
            <a:r>
              <a:rPr lang="en-US" sz="2400" dirty="0" err="1">
                <a:solidFill>
                  <a:schemeClr val="folHlink"/>
                </a:solidFill>
              </a:rPr>
              <a:t>şi</a:t>
            </a:r>
            <a:r>
              <a:rPr lang="en-US" sz="2400" dirty="0">
                <a:solidFill>
                  <a:schemeClr val="folHlink"/>
                </a:solidFill>
              </a:rPr>
              <a:t> S.</a:t>
            </a:r>
          </a:p>
          <a:p>
            <a:pPr marL="228600" indent="-228600" eaLnBrk="1" hangingPunct="1">
              <a:buFont typeface="Wingdings" pitchFamily="2" charset="2"/>
              <a:buChar char="n"/>
            </a:pPr>
            <a:r>
              <a:rPr lang="en-US" sz="2400" dirty="0"/>
              <a:t> R </a:t>
            </a:r>
            <a:r>
              <a:rPr lang="en-US" sz="2400" dirty="0" err="1"/>
              <a:t>este</a:t>
            </a:r>
            <a:r>
              <a:rPr lang="en-US" sz="2400" dirty="0"/>
              <a:t> </a:t>
            </a:r>
            <a:r>
              <a:rPr lang="en-US" sz="2400" dirty="0" err="1"/>
              <a:t>scanat</a:t>
            </a:r>
            <a:r>
              <a:rPr lang="en-US" sz="2400" dirty="0"/>
              <a:t> o </a:t>
            </a:r>
            <a:r>
              <a:rPr lang="en-US" sz="2400" dirty="0" err="1"/>
              <a:t>dat</a:t>
            </a:r>
            <a:r>
              <a:rPr lang="vi-VN" sz="2400" dirty="0"/>
              <a:t>ă</a:t>
            </a:r>
            <a:r>
              <a:rPr lang="en-US" sz="2400" dirty="0"/>
              <a:t>; </a:t>
            </a:r>
            <a:r>
              <a:rPr lang="en-US" sz="2400" dirty="0" err="1"/>
              <a:t>fiecare</a:t>
            </a:r>
            <a:r>
              <a:rPr lang="en-US" sz="2400" dirty="0"/>
              <a:t> </a:t>
            </a:r>
            <a:r>
              <a:rPr lang="en-US" sz="2400" dirty="0" err="1"/>
              <a:t>grup</a:t>
            </a:r>
            <a:r>
              <a:rPr lang="en-US" sz="2400" dirty="0"/>
              <a:t> de </a:t>
            </a:r>
            <a:r>
              <a:rPr lang="en-US" sz="2400" dirty="0" err="1"/>
              <a:t>înregistr</a:t>
            </a:r>
            <a:r>
              <a:rPr lang="vi-VN" sz="2400" dirty="0"/>
              <a:t>ă</a:t>
            </a:r>
            <a:r>
              <a:rPr lang="en-US" sz="2400" dirty="0" err="1"/>
              <a:t>ri</a:t>
            </a:r>
            <a:r>
              <a:rPr lang="en-US" sz="2400" dirty="0"/>
              <a:t> din S </a:t>
            </a:r>
            <a:r>
              <a:rPr lang="en-US" sz="2400" dirty="0" err="1"/>
              <a:t>este</a:t>
            </a:r>
            <a:r>
              <a:rPr lang="en-US" sz="2400" dirty="0"/>
              <a:t> </a:t>
            </a:r>
            <a:r>
              <a:rPr lang="en-US" sz="2400" dirty="0" err="1"/>
              <a:t>scana</a:t>
            </a:r>
            <a:r>
              <a:rPr lang="en-US" sz="2400" dirty="0"/>
              <a:t> </a:t>
            </a:r>
            <a:r>
              <a:rPr lang="en-US" sz="2400" dirty="0" err="1"/>
              <a:t>pentru</a:t>
            </a:r>
            <a:r>
              <a:rPr lang="en-US" sz="2400" dirty="0"/>
              <a:t> </a:t>
            </a:r>
            <a:r>
              <a:rPr lang="en-US" sz="2400" dirty="0" err="1"/>
              <a:t>fiecare</a:t>
            </a:r>
            <a:r>
              <a:rPr lang="en-US" sz="2400" dirty="0"/>
              <a:t> </a:t>
            </a:r>
            <a:r>
              <a:rPr lang="en-US" sz="2400" dirty="0" err="1"/>
              <a:t>înregistrare</a:t>
            </a:r>
            <a:r>
              <a:rPr lang="en-US" sz="2400" dirty="0"/>
              <a:t> “</a:t>
            </a:r>
            <a:r>
              <a:rPr lang="en-US" sz="2400" dirty="0" err="1"/>
              <a:t>potrivit</a:t>
            </a:r>
            <a:r>
              <a:rPr lang="vi-VN" sz="2400" dirty="0"/>
              <a:t>ă</a:t>
            </a:r>
            <a:r>
              <a:rPr lang="en-US" sz="2400" dirty="0"/>
              <a:t>” din R .  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3" name="Rectangle 2"/>
          <p:cNvSpPr>
            <a:spLocks noGrp="1" noChangeArrowheads="1"/>
          </p:cNvSpPr>
          <p:nvPr>
            <p:ph type="ctrTitle" idx="4294967295"/>
          </p:nvPr>
        </p:nvSpPr>
        <p:spPr>
          <a:xfrm>
            <a:off x="304800" y="344270"/>
            <a:ext cx="10363200" cy="646331"/>
          </a:xfrm>
          <a:noFill/>
        </p:spPr>
        <p:txBody>
          <a:bodyPr/>
          <a:lstStyle/>
          <a:p>
            <a:pPr eaLnBrk="1" hangingPunct="1"/>
            <a:r>
              <a:rPr lang="en-US" dirty="0" err="1"/>
              <a:t>Exemplu</a:t>
            </a:r>
            <a:r>
              <a:rPr lang="en-US" dirty="0"/>
              <a:t> </a:t>
            </a:r>
            <a:r>
              <a:rPr lang="en-US" dirty="0" err="1"/>
              <a:t>pentru</a:t>
            </a:r>
            <a:r>
              <a:rPr lang="en-US" dirty="0"/>
              <a:t> Sort-Merge Join</a:t>
            </a:r>
          </a:p>
        </p:txBody>
      </p:sp>
      <p:sp>
        <p:nvSpPr>
          <p:cNvPr id="15364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066800" y="4953000"/>
            <a:ext cx="10439400" cy="1676400"/>
          </a:xfrm>
          <a:noFill/>
        </p:spPr>
        <p:txBody>
          <a:bodyPr/>
          <a:lstStyle/>
          <a:p>
            <a:pPr marL="228600" indent="-228600" eaLnBrk="1" hangingPunct="1">
              <a:buFont typeface="Wingdings" pitchFamily="2" charset="2"/>
              <a:buChar char="n"/>
            </a:pPr>
            <a:r>
              <a:rPr lang="en-US" sz="2400" dirty="0">
                <a:solidFill>
                  <a:schemeClr val="folHlink"/>
                </a:solidFill>
                <a:cs typeface="Times New Roman" pitchFamily="18" charset="0"/>
              </a:rPr>
              <a:t> </a:t>
            </a:r>
            <a:r>
              <a:rPr lang="en-US" sz="2400" dirty="0">
                <a:solidFill>
                  <a:schemeClr val="folHlink"/>
                </a:solidFill>
              </a:rPr>
              <a:t>Cost:  M log</a:t>
            </a:r>
            <a:r>
              <a:rPr lang="en-US" sz="2400" baseline="-25000" dirty="0">
                <a:solidFill>
                  <a:schemeClr val="folHlink"/>
                </a:solidFill>
              </a:rPr>
              <a:t>2</a:t>
            </a:r>
            <a:r>
              <a:rPr lang="en-US" sz="2400" dirty="0">
                <a:solidFill>
                  <a:schemeClr val="folHlink"/>
                </a:solidFill>
              </a:rPr>
              <a:t> M + N log</a:t>
            </a:r>
            <a:r>
              <a:rPr lang="en-US" sz="2400" baseline="-25000" dirty="0">
                <a:solidFill>
                  <a:schemeClr val="folHlink"/>
                </a:solidFill>
              </a:rPr>
              <a:t>2</a:t>
            </a:r>
            <a:r>
              <a:rPr lang="en-US" sz="2400" dirty="0">
                <a:solidFill>
                  <a:schemeClr val="folHlink"/>
                </a:solidFill>
              </a:rPr>
              <a:t> N + (M+N)</a:t>
            </a:r>
          </a:p>
          <a:p>
            <a:pPr marL="749300" lvl="1" indent="-177800" eaLnBrk="1" hangingPunct="1">
              <a:buSzPct val="75000"/>
            </a:pPr>
            <a:r>
              <a:rPr lang="en-US" sz="2200" dirty="0"/>
              <a:t> </a:t>
            </a:r>
            <a:r>
              <a:rPr lang="en-US" sz="2200" dirty="0" err="1"/>
              <a:t>Costul</a:t>
            </a:r>
            <a:r>
              <a:rPr lang="en-US" sz="2200" dirty="0"/>
              <a:t> scan</a:t>
            </a:r>
            <a:r>
              <a:rPr lang="vi-VN" sz="2200" dirty="0"/>
              <a:t>ă</a:t>
            </a:r>
            <a:r>
              <a:rPr lang="en-US" sz="2200" dirty="0" err="1"/>
              <a:t>rii</a:t>
            </a:r>
            <a:r>
              <a:rPr lang="en-US" sz="2200" dirty="0"/>
              <a:t> </a:t>
            </a:r>
            <a:r>
              <a:rPr lang="en-US" sz="2200" dirty="0" err="1"/>
              <a:t>este</a:t>
            </a:r>
            <a:r>
              <a:rPr lang="en-US" sz="2200" dirty="0"/>
              <a:t> M+N (</a:t>
            </a:r>
            <a:r>
              <a:rPr lang="en-US" sz="2200" dirty="0" err="1"/>
              <a:t>poate</a:t>
            </a:r>
            <a:r>
              <a:rPr lang="en-US" sz="2200" dirty="0"/>
              <a:t> fi M*N – f </a:t>
            </a:r>
            <a:r>
              <a:rPr lang="en-US" sz="2200" dirty="0" err="1"/>
              <a:t>rar</a:t>
            </a:r>
            <a:r>
              <a:rPr lang="en-US" sz="2200" dirty="0"/>
              <a:t>!)</a:t>
            </a:r>
          </a:p>
          <a:p>
            <a:pPr marL="228600" indent="-228600" eaLnBrk="1" hangingPunct="1">
              <a:buFont typeface="Wingdings" pitchFamily="2" charset="2"/>
              <a:buChar char="n"/>
            </a:pPr>
            <a:r>
              <a:rPr lang="en-US" sz="2400" dirty="0"/>
              <a:t>Cu 35, 100 </a:t>
            </a:r>
            <a:r>
              <a:rPr lang="en-US" sz="2400" dirty="0" err="1"/>
              <a:t>sau</a:t>
            </a:r>
            <a:r>
              <a:rPr lang="en-US" sz="2400" dirty="0"/>
              <a:t> 300 </a:t>
            </a:r>
            <a:r>
              <a:rPr lang="en-US" sz="2400" dirty="0" err="1"/>
              <a:t>pagini</a:t>
            </a:r>
            <a:r>
              <a:rPr lang="en-US" sz="2400" dirty="0"/>
              <a:t> </a:t>
            </a:r>
            <a:r>
              <a:rPr lang="en-US" sz="2400" dirty="0" err="1"/>
              <a:t>în</a:t>
            </a:r>
            <a:r>
              <a:rPr lang="en-US" sz="2400" dirty="0"/>
              <a:t> </a:t>
            </a:r>
            <a:r>
              <a:rPr lang="en-US" sz="2400" i="1" dirty="0"/>
              <a:t>buffer</a:t>
            </a:r>
            <a:r>
              <a:rPr lang="en-US" sz="2400" dirty="0"/>
              <a:t>, </a:t>
            </a:r>
            <a:r>
              <a:rPr lang="en-US" sz="2400" i="1" dirty="0"/>
              <a:t>Evaluations</a:t>
            </a:r>
            <a:r>
              <a:rPr lang="en-US" sz="2400" dirty="0"/>
              <a:t> </a:t>
            </a:r>
            <a:r>
              <a:rPr lang="en-US" sz="2400" dirty="0" err="1"/>
              <a:t>şi</a:t>
            </a:r>
            <a:r>
              <a:rPr lang="en-US" sz="2400" dirty="0"/>
              <a:t> </a:t>
            </a:r>
            <a:r>
              <a:rPr lang="en-US" sz="2400" i="1" dirty="0"/>
              <a:t>Students</a:t>
            </a:r>
            <a:r>
              <a:rPr lang="en-US" sz="2400" dirty="0"/>
              <a:t> pot fi </a:t>
            </a:r>
            <a:r>
              <a:rPr lang="en-US" sz="2400" dirty="0" err="1"/>
              <a:t>sortate</a:t>
            </a:r>
            <a:r>
              <a:rPr lang="en-US" sz="2400" dirty="0"/>
              <a:t> </a:t>
            </a:r>
            <a:r>
              <a:rPr lang="en-US" sz="2400" dirty="0" err="1"/>
              <a:t>în</a:t>
            </a:r>
            <a:r>
              <a:rPr lang="en-US" sz="2400" dirty="0"/>
              <a:t> 2 </a:t>
            </a:r>
            <a:r>
              <a:rPr lang="en-US" sz="2400" dirty="0" err="1"/>
              <a:t>treceri</a:t>
            </a:r>
            <a:r>
              <a:rPr lang="en-US" sz="2400" dirty="0"/>
              <a:t>. Cost total: </a:t>
            </a:r>
            <a:r>
              <a:rPr lang="en-US" sz="2400" dirty="0">
                <a:solidFill>
                  <a:srgbClr val="C00000"/>
                </a:solidFill>
              </a:rPr>
              <a:t>7500</a:t>
            </a:r>
            <a:r>
              <a:rPr lang="en-US" sz="2400" dirty="0"/>
              <a:t>. </a:t>
            </a:r>
          </a:p>
        </p:txBody>
      </p:sp>
      <p:sp>
        <p:nvSpPr>
          <p:cNvPr id="15365" name="Rectangle 18"/>
          <p:cNvSpPr>
            <a:spLocks noChangeArrowheads="1"/>
          </p:cNvSpPr>
          <p:nvPr/>
        </p:nvSpPr>
        <p:spPr bwMode="auto">
          <a:xfrm>
            <a:off x="3298371" y="1357747"/>
            <a:ext cx="2514600" cy="3276600"/>
          </a:xfrm>
          <a:prstGeom prst="rect">
            <a:avLst/>
          </a:prstGeom>
          <a:solidFill>
            <a:schemeClr val="accent1">
              <a:alpha val="50195"/>
            </a:schemeClr>
          </a:solidFill>
          <a:ln w="19050">
            <a:solidFill>
              <a:schemeClr val="tx2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5366" name="Text Box 19"/>
          <p:cNvSpPr txBox="1">
            <a:spLocks noChangeArrowheads="1"/>
          </p:cNvSpPr>
          <p:nvPr/>
        </p:nvSpPr>
        <p:spPr bwMode="auto">
          <a:xfrm>
            <a:off x="3298371" y="1357747"/>
            <a:ext cx="2514600" cy="32316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Verdana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Verdana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Verdana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Verdana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Verdan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i="1">
                <a:solidFill>
                  <a:schemeClr val="tx2"/>
                </a:solidFill>
              </a:rPr>
              <a:t>sid  sname age</a:t>
            </a:r>
          </a:p>
          <a:p>
            <a:pPr eaLnBrk="1" hangingPunct="1">
              <a:spcBef>
                <a:spcPct val="50000"/>
              </a:spcBef>
            </a:pPr>
            <a:r>
              <a:rPr lang="en-US">
                <a:solidFill>
                  <a:schemeClr val="hlink"/>
                </a:solidFill>
              </a:rPr>
              <a:t>22  dustin   20</a:t>
            </a:r>
          </a:p>
          <a:p>
            <a:pPr eaLnBrk="1" hangingPunct="1">
              <a:spcBef>
                <a:spcPct val="50000"/>
              </a:spcBef>
            </a:pPr>
            <a:r>
              <a:rPr lang="en-US">
                <a:solidFill>
                  <a:schemeClr val="hlink"/>
                </a:solidFill>
              </a:rPr>
              <a:t>28  yuppy   21</a:t>
            </a:r>
          </a:p>
          <a:p>
            <a:pPr eaLnBrk="1" hangingPunct="1">
              <a:spcBef>
                <a:spcPct val="50000"/>
              </a:spcBef>
            </a:pPr>
            <a:r>
              <a:rPr lang="en-US">
                <a:solidFill>
                  <a:schemeClr val="hlink"/>
                </a:solidFill>
              </a:rPr>
              <a:t>31  johnny  20</a:t>
            </a:r>
          </a:p>
          <a:p>
            <a:pPr eaLnBrk="1" hangingPunct="1">
              <a:spcBef>
                <a:spcPct val="50000"/>
              </a:spcBef>
            </a:pPr>
            <a:r>
              <a:rPr lang="en-US">
                <a:solidFill>
                  <a:schemeClr val="hlink"/>
                </a:solidFill>
              </a:rPr>
              <a:t>44  guppy   22</a:t>
            </a:r>
          </a:p>
          <a:p>
            <a:pPr eaLnBrk="1" hangingPunct="1">
              <a:spcBef>
                <a:spcPct val="50000"/>
              </a:spcBef>
            </a:pPr>
            <a:r>
              <a:rPr lang="en-US">
                <a:solidFill>
                  <a:schemeClr val="hlink"/>
                </a:solidFill>
              </a:rPr>
              <a:t>58  rusty    21</a:t>
            </a:r>
          </a:p>
        </p:txBody>
      </p:sp>
      <p:sp>
        <p:nvSpPr>
          <p:cNvPr id="15367" name="Line 20"/>
          <p:cNvSpPr>
            <a:spLocks noChangeShapeType="1"/>
          </p:cNvSpPr>
          <p:nvPr/>
        </p:nvSpPr>
        <p:spPr bwMode="auto">
          <a:xfrm>
            <a:off x="3298371" y="1840347"/>
            <a:ext cx="2514600" cy="0"/>
          </a:xfrm>
          <a:prstGeom prst="line">
            <a:avLst/>
          </a:prstGeom>
          <a:noFill/>
          <a:ln w="19050">
            <a:solidFill>
              <a:schemeClr val="tx2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15368" name="Line 21"/>
          <p:cNvSpPr>
            <a:spLocks noChangeShapeType="1"/>
          </p:cNvSpPr>
          <p:nvPr/>
        </p:nvSpPr>
        <p:spPr bwMode="auto">
          <a:xfrm>
            <a:off x="3882571" y="1357747"/>
            <a:ext cx="0" cy="3276600"/>
          </a:xfrm>
          <a:prstGeom prst="line">
            <a:avLst/>
          </a:prstGeom>
          <a:noFill/>
          <a:ln w="19050">
            <a:solidFill>
              <a:schemeClr val="tx2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15369" name="Line 22"/>
          <p:cNvSpPr>
            <a:spLocks noChangeShapeType="1"/>
          </p:cNvSpPr>
          <p:nvPr/>
        </p:nvSpPr>
        <p:spPr bwMode="auto">
          <a:xfrm>
            <a:off x="5089071" y="1357747"/>
            <a:ext cx="0" cy="3276600"/>
          </a:xfrm>
          <a:prstGeom prst="line">
            <a:avLst/>
          </a:prstGeom>
          <a:noFill/>
          <a:ln w="19050">
            <a:solidFill>
              <a:schemeClr val="tx2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15370" name="Rectangle 23"/>
          <p:cNvSpPr>
            <a:spLocks noChangeArrowheads="1"/>
          </p:cNvSpPr>
          <p:nvPr/>
        </p:nvSpPr>
        <p:spPr bwMode="auto">
          <a:xfrm>
            <a:off x="7108371" y="1357747"/>
            <a:ext cx="3429000" cy="3276600"/>
          </a:xfrm>
          <a:prstGeom prst="rect">
            <a:avLst/>
          </a:prstGeom>
          <a:solidFill>
            <a:schemeClr val="accent1">
              <a:alpha val="50195"/>
            </a:schemeClr>
          </a:solidFill>
          <a:ln w="19050">
            <a:solidFill>
              <a:schemeClr val="tx2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5371" name="Text Box 24"/>
          <p:cNvSpPr txBox="1">
            <a:spLocks noChangeArrowheads="1"/>
          </p:cNvSpPr>
          <p:nvPr/>
        </p:nvSpPr>
        <p:spPr bwMode="auto">
          <a:xfrm>
            <a:off x="7108371" y="1357747"/>
            <a:ext cx="3429000" cy="3200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457200" indent="-457200" eaLnBrk="0" hangingPunct="0">
              <a:defRPr sz="2400">
                <a:solidFill>
                  <a:schemeClr val="tx1"/>
                </a:solidFill>
                <a:latin typeface="Verdana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Verdana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Verdana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Verdana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Verdan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i="1">
                <a:solidFill>
                  <a:schemeClr val="tx2"/>
                </a:solidFill>
              </a:rPr>
              <a:t>sid cid    day   grade</a:t>
            </a:r>
          </a:p>
          <a:p>
            <a:pPr eaLnBrk="1" hangingPunct="1">
              <a:spcBef>
                <a:spcPct val="50000"/>
              </a:spcBef>
            </a:pPr>
            <a:r>
              <a:rPr lang="en-US" sz="2000">
                <a:solidFill>
                  <a:schemeClr val="hlink"/>
                </a:solidFill>
              </a:rPr>
              <a:t>28  101 15/6/04     8</a:t>
            </a:r>
          </a:p>
          <a:p>
            <a:pPr eaLnBrk="1" hangingPunct="1">
              <a:spcBef>
                <a:spcPct val="50000"/>
              </a:spcBef>
            </a:pPr>
            <a:r>
              <a:rPr lang="en-US" sz="2000">
                <a:solidFill>
                  <a:schemeClr val="hlink"/>
                </a:solidFill>
              </a:rPr>
              <a:t>28  102 22/6/04     8</a:t>
            </a:r>
          </a:p>
          <a:p>
            <a:pPr eaLnBrk="1" hangingPunct="1">
              <a:spcBef>
                <a:spcPct val="50000"/>
              </a:spcBef>
            </a:pPr>
            <a:r>
              <a:rPr lang="en-US" sz="2000">
                <a:solidFill>
                  <a:schemeClr val="hlink"/>
                </a:solidFill>
              </a:rPr>
              <a:t>31  101 15/6/04     9</a:t>
            </a:r>
          </a:p>
          <a:p>
            <a:pPr eaLnBrk="1" hangingPunct="1">
              <a:spcBef>
                <a:spcPct val="50000"/>
              </a:spcBef>
            </a:pPr>
            <a:r>
              <a:rPr lang="en-US" sz="2000">
                <a:solidFill>
                  <a:schemeClr val="hlink"/>
                </a:solidFill>
              </a:rPr>
              <a:t>31  102 22/6/04    10</a:t>
            </a:r>
          </a:p>
          <a:p>
            <a:pPr eaLnBrk="1" hangingPunct="1">
              <a:spcBef>
                <a:spcPct val="50000"/>
              </a:spcBef>
              <a:buFontTx/>
              <a:buAutoNum type="arabicPlain" startAt="31"/>
            </a:pPr>
            <a:r>
              <a:rPr lang="en-US" sz="2000">
                <a:solidFill>
                  <a:schemeClr val="hlink"/>
                </a:solidFill>
              </a:rPr>
              <a:t> 103 30/6/04    10</a:t>
            </a:r>
          </a:p>
          <a:p>
            <a:pPr eaLnBrk="1" hangingPunct="1">
              <a:spcBef>
                <a:spcPct val="50000"/>
              </a:spcBef>
            </a:pPr>
            <a:r>
              <a:rPr lang="en-US" sz="2000">
                <a:solidFill>
                  <a:schemeClr val="hlink"/>
                </a:solidFill>
              </a:rPr>
              <a:t>58  101 16/6/04     7</a:t>
            </a:r>
          </a:p>
        </p:txBody>
      </p:sp>
      <p:sp>
        <p:nvSpPr>
          <p:cNvPr id="15372" name="Line 25"/>
          <p:cNvSpPr>
            <a:spLocks noChangeShapeType="1"/>
          </p:cNvSpPr>
          <p:nvPr/>
        </p:nvSpPr>
        <p:spPr bwMode="auto">
          <a:xfrm>
            <a:off x="7108371" y="1814947"/>
            <a:ext cx="3429000" cy="0"/>
          </a:xfrm>
          <a:prstGeom prst="line">
            <a:avLst/>
          </a:prstGeom>
          <a:noFill/>
          <a:ln w="19050">
            <a:solidFill>
              <a:schemeClr val="tx2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15373" name="Line 26"/>
          <p:cNvSpPr>
            <a:spLocks noChangeShapeType="1"/>
          </p:cNvSpPr>
          <p:nvPr/>
        </p:nvSpPr>
        <p:spPr bwMode="auto">
          <a:xfrm>
            <a:off x="7692571" y="1357747"/>
            <a:ext cx="0" cy="3276600"/>
          </a:xfrm>
          <a:prstGeom prst="line">
            <a:avLst/>
          </a:prstGeom>
          <a:noFill/>
          <a:ln w="19050">
            <a:solidFill>
              <a:schemeClr val="tx2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15374" name="Line 27"/>
          <p:cNvSpPr>
            <a:spLocks noChangeShapeType="1"/>
          </p:cNvSpPr>
          <p:nvPr/>
        </p:nvSpPr>
        <p:spPr bwMode="auto">
          <a:xfrm>
            <a:off x="9343571" y="1357747"/>
            <a:ext cx="0" cy="3276600"/>
          </a:xfrm>
          <a:prstGeom prst="line">
            <a:avLst/>
          </a:prstGeom>
          <a:noFill/>
          <a:ln w="19050">
            <a:solidFill>
              <a:schemeClr val="tx2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15375" name="Line 28"/>
          <p:cNvSpPr>
            <a:spLocks noChangeShapeType="1"/>
          </p:cNvSpPr>
          <p:nvPr/>
        </p:nvSpPr>
        <p:spPr bwMode="auto">
          <a:xfrm>
            <a:off x="8251371" y="1357747"/>
            <a:ext cx="0" cy="3276600"/>
          </a:xfrm>
          <a:prstGeom prst="line">
            <a:avLst/>
          </a:prstGeom>
          <a:noFill/>
          <a:ln w="19050">
            <a:solidFill>
              <a:schemeClr val="tx2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7" name="Rectangle 2"/>
          <p:cNvSpPr>
            <a:spLocks noGrp="1" noChangeArrowheads="1"/>
          </p:cNvSpPr>
          <p:nvPr>
            <p:ph type="ctrTitle" idx="4294967295"/>
          </p:nvPr>
        </p:nvSpPr>
        <p:spPr>
          <a:xfrm>
            <a:off x="228600" y="420470"/>
            <a:ext cx="10439400" cy="646331"/>
          </a:xfrm>
          <a:noFill/>
        </p:spPr>
        <p:txBody>
          <a:bodyPr/>
          <a:lstStyle/>
          <a:p>
            <a:pPr eaLnBrk="1" hangingPunct="1"/>
            <a:r>
              <a:rPr lang="en-US" dirty="0" err="1"/>
              <a:t>Rafinare</a:t>
            </a:r>
            <a:r>
              <a:rPr lang="en-US" dirty="0"/>
              <a:t> </a:t>
            </a:r>
            <a:r>
              <a:rPr lang="en-US" dirty="0" err="1"/>
              <a:t>algoritm</a:t>
            </a:r>
            <a:r>
              <a:rPr lang="en-US" dirty="0"/>
              <a:t> Sort-Merge Join</a:t>
            </a:r>
          </a:p>
        </p:txBody>
      </p:sp>
      <p:sp>
        <p:nvSpPr>
          <p:cNvPr id="16388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447800" y="1447800"/>
            <a:ext cx="10716491" cy="4800600"/>
          </a:xfrm>
          <a:noFill/>
        </p:spPr>
        <p:txBody>
          <a:bodyPr/>
          <a:lstStyle/>
          <a:p>
            <a:pPr marL="228600" indent="-228600" eaLnBrk="1" hangingPunct="1">
              <a:buFont typeface="Wingdings" pitchFamily="2" charset="2"/>
              <a:buChar char="n"/>
            </a:pPr>
            <a:r>
              <a:rPr lang="en-US" sz="2800" dirty="0">
                <a:cs typeface="Times New Roman" pitchFamily="18" charset="0"/>
              </a:rPr>
              <a:t> </a:t>
            </a:r>
            <a:r>
              <a:rPr lang="en-US" sz="2800" dirty="0"/>
              <a:t>Se </a:t>
            </a:r>
            <a:r>
              <a:rPr lang="en-US" sz="2800" dirty="0" err="1"/>
              <a:t>poate</a:t>
            </a:r>
            <a:r>
              <a:rPr lang="en-US" sz="2800" dirty="0"/>
              <a:t> </a:t>
            </a:r>
            <a:r>
              <a:rPr lang="en-US" sz="2800" dirty="0" err="1"/>
              <a:t>combina</a:t>
            </a:r>
            <a:r>
              <a:rPr lang="en-US" sz="2800" dirty="0"/>
              <a:t> </a:t>
            </a:r>
            <a:r>
              <a:rPr lang="en-US" sz="2800" dirty="0" err="1"/>
              <a:t>faza</a:t>
            </a:r>
            <a:r>
              <a:rPr lang="en-US" sz="2800" dirty="0"/>
              <a:t> de </a:t>
            </a:r>
            <a:r>
              <a:rPr lang="en-US" sz="2800" dirty="0" err="1"/>
              <a:t>interclasare</a:t>
            </a:r>
            <a:r>
              <a:rPr lang="en-US" sz="2800" dirty="0"/>
              <a:t> din </a:t>
            </a:r>
            <a:r>
              <a:rPr lang="en-US" sz="2800" i="1" dirty="0" err="1"/>
              <a:t>sortarea</a:t>
            </a:r>
            <a:r>
              <a:rPr lang="en-US" sz="2800" dirty="0"/>
              <a:t> </a:t>
            </a:r>
            <a:r>
              <a:rPr lang="en-US" sz="2800" dirty="0" err="1"/>
              <a:t>lui</a:t>
            </a:r>
            <a:r>
              <a:rPr lang="en-US" sz="2800" dirty="0"/>
              <a:t> R </a:t>
            </a:r>
            <a:r>
              <a:rPr lang="en-US" sz="2800" dirty="0" err="1"/>
              <a:t>şi</a:t>
            </a:r>
            <a:r>
              <a:rPr lang="en-US" sz="2800" dirty="0"/>
              <a:t> S cu </a:t>
            </a:r>
            <a:r>
              <a:rPr lang="en-US" sz="2800" dirty="0" err="1"/>
              <a:t>faza</a:t>
            </a:r>
            <a:r>
              <a:rPr lang="en-US" sz="2800" dirty="0"/>
              <a:t> de </a:t>
            </a:r>
            <a:r>
              <a:rPr lang="en-US" sz="2800" dirty="0" err="1"/>
              <a:t>scanare</a:t>
            </a:r>
            <a:r>
              <a:rPr lang="en-US" sz="2800" dirty="0"/>
              <a:t> </a:t>
            </a:r>
            <a:r>
              <a:rPr lang="en-US" sz="2800" dirty="0" err="1"/>
              <a:t>pentru</a:t>
            </a:r>
            <a:r>
              <a:rPr lang="en-US" sz="2800" dirty="0"/>
              <a:t> join.</a:t>
            </a:r>
          </a:p>
          <a:p>
            <a:pPr marL="749300" lvl="1" indent="-177800" eaLnBrk="1" hangingPunct="1">
              <a:buSzPct val="75000"/>
            </a:pPr>
            <a:r>
              <a:rPr lang="en-US" sz="2200" dirty="0"/>
              <a:t> </a:t>
            </a:r>
            <a:r>
              <a:rPr lang="en-US" sz="2200" dirty="0" err="1"/>
              <a:t>Având</a:t>
            </a:r>
            <a:r>
              <a:rPr lang="en-US" sz="2200" dirty="0"/>
              <a:t> B &gt; </a:t>
            </a:r>
            <a:r>
              <a:rPr lang="en-US" sz="2200" i="1" dirty="0"/>
              <a:t>L</a:t>
            </a:r>
            <a:r>
              <a:rPr lang="en-US" sz="2200" dirty="0"/>
              <a:t> , </a:t>
            </a:r>
            <a:r>
              <a:rPr lang="en-US" sz="2200" dirty="0" err="1"/>
              <a:t>unde</a:t>
            </a:r>
            <a:r>
              <a:rPr lang="en-US" sz="2200" dirty="0"/>
              <a:t> </a:t>
            </a:r>
            <a:r>
              <a:rPr lang="en-US" sz="2200" i="1" dirty="0"/>
              <a:t>L </a:t>
            </a:r>
            <a:r>
              <a:rPr lang="en-US" sz="2200" dirty="0" err="1"/>
              <a:t>este</a:t>
            </a:r>
            <a:r>
              <a:rPr lang="en-US" sz="2200" dirty="0"/>
              <a:t> </a:t>
            </a:r>
            <a:r>
              <a:rPr lang="en-US" sz="2200" dirty="0" err="1"/>
              <a:t>numarul</a:t>
            </a:r>
            <a:r>
              <a:rPr lang="en-US" sz="2200" dirty="0"/>
              <a:t> de </a:t>
            </a:r>
            <a:r>
              <a:rPr lang="en-US" sz="2200" dirty="0" err="1"/>
              <a:t>pagini</a:t>
            </a:r>
            <a:r>
              <a:rPr lang="en-US" sz="2200" dirty="0"/>
              <a:t> a </a:t>
            </a:r>
            <a:r>
              <a:rPr lang="en-US" sz="2200" dirty="0" err="1"/>
              <a:t>celei</a:t>
            </a:r>
            <a:r>
              <a:rPr lang="en-US" sz="2200" dirty="0"/>
              <a:t> </a:t>
            </a:r>
            <a:r>
              <a:rPr lang="en-US" sz="2200" dirty="0" err="1"/>
              <a:t>mai</a:t>
            </a:r>
            <a:r>
              <a:rPr lang="en-US" sz="2200" dirty="0"/>
              <a:t> </a:t>
            </a:r>
            <a:r>
              <a:rPr lang="en-US" sz="2200" dirty="0" err="1"/>
              <a:t>mari</a:t>
            </a:r>
            <a:r>
              <a:rPr lang="en-US" sz="2200" dirty="0"/>
              <a:t> </a:t>
            </a:r>
            <a:r>
              <a:rPr lang="en-US" sz="2200" dirty="0" err="1"/>
              <a:t>tabele</a:t>
            </a:r>
            <a:r>
              <a:rPr lang="en-US" sz="2200" dirty="0"/>
              <a:t>, </a:t>
            </a:r>
            <a:r>
              <a:rPr lang="en-US" sz="2200" dirty="0" err="1"/>
              <a:t>şi</a:t>
            </a:r>
            <a:r>
              <a:rPr lang="en-US" sz="2200" dirty="0"/>
              <a:t> </a:t>
            </a:r>
            <a:r>
              <a:rPr lang="en-US" sz="2200" dirty="0" err="1"/>
              <a:t>folosind</a:t>
            </a:r>
            <a:r>
              <a:rPr lang="en-US" sz="2200" dirty="0"/>
              <a:t> </a:t>
            </a:r>
            <a:r>
              <a:rPr lang="en-US" sz="2200" dirty="0" err="1"/>
              <a:t>optimizarea</a:t>
            </a:r>
            <a:r>
              <a:rPr lang="en-US" sz="2200" dirty="0"/>
              <a:t> </a:t>
            </a:r>
            <a:r>
              <a:rPr lang="en-US" sz="2200" dirty="0" err="1"/>
              <a:t>algoritmului</a:t>
            </a:r>
            <a:r>
              <a:rPr lang="en-US" sz="2200" dirty="0"/>
              <a:t> de </a:t>
            </a:r>
            <a:r>
              <a:rPr lang="en-US" sz="2200" dirty="0" err="1"/>
              <a:t>sortare</a:t>
            </a:r>
            <a:r>
              <a:rPr lang="en-US" sz="2200" dirty="0"/>
              <a:t> (</a:t>
            </a:r>
            <a:r>
              <a:rPr lang="en-US" sz="2200" dirty="0" err="1"/>
              <a:t>ce</a:t>
            </a:r>
            <a:r>
              <a:rPr lang="en-US" sz="2200" dirty="0"/>
              <a:t> produce </a:t>
            </a:r>
            <a:r>
              <a:rPr lang="en-US" sz="2200" dirty="0" err="1"/>
              <a:t>subşiruri</a:t>
            </a:r>
            <a:r>
              <a:rPr lang="en-US" sz="2200" dirty="0"/>
              <a:t> </a:t>
            </a:r>
            <a:r>
              <a:rPr lang="en-US" sz="2200" dirty="0" err="1"/>
              <a:t>iniţiale</a:t>
            </a:r>
            <a:r>
              <a:rPr lang="en-US" sz="2200" dirty="0"/>
              <a:t> </a:t>
            </a:r>
            <a:r>
              <a:rPr lang="en-US" sz="2200" dirty="0" err="1"/>
              <a:t>sortate</a:t>
            </a:r>
            <a:r>
              <a:rPr lang="en-US" sz="2200" dirty="0"/>
              <a:t> de </a:t>
            </a:r>
            <a:r>
              <a:rPr lang="en-US" sz="2200" dirty="0" err="1"/>
              <a:t>lungime</a:t>
            </a:r>
            <a:r>
              <a:rPr lang="en-US" sz="2200" dirty="0"/>
              <a:t> 2B), </a:t>
            </a:r>
            <a:r>
              <a:rPr lang="en-US" sz="2200" dirty="0" err="1"/>
              <a:t>num</a:t>
            </a:r>
            <a:r>
              <a:rPr lang="vi-VN" sz="2200" dirty="0"/>
              <a:t>ă</a:t>
            </a:r>
            <a:r>
              <a:rPr lang="en-US" sz="2200" dirty="0" err="1"/>
              <a:t>rul</a:t>
            </a:r>
            <a:r>
              <a:rPr lang="en-US" sz="2200" dirty="0"/>
              <a:t> de </a:t>
            </a:r>
            <a:r>
              <a:rPr lang="en-US" sz="2200" dirty="0" err="1"/>
              <a:t>subşiruri</a:t>
            </a:r>
            <a:r>
              <a:rPr lang="en-US" sz="2200" dirty="0"/>
              <a:t>  </a:t>
            </a:r>
            <a:r>
              <a:rPr lang="en-US" sz="2200" dirty="0" err="1"/>
              <a:t>pentru</a:t>
            </a:r>
            <a:r>
              <a:rPr lang="en-US" sz="2200" dirty="0"/>
              <a:t> </a:t>
            </a:r>
            <a:r>
              <a:rPr lang="en-US" sz="2200" dirty="0" err="1"/>
              <a:t>fiecare</a:t>
            </a:r>
            <a:r>
              <a:rPr lang="en-US" sz="2200" dirty="0"/>
              <a:t> </a:t>
            </a:r>
            <a:r>
              <a:rPr lang="en-US" sz="2200" dirty="0" err="1"/>
              <a:t>relaţie</a:t>
            </a:r>
            <a:r>
              <a:rPr lang="en-US" sz="2200" dirty="0"/>
              <a:t> </a:t>
            </a:r>
            <a:r>
              <a:rPr lang="en-US" sz="2200" dirty="0" err="1"/>
              <a:t>este</a:t>
            </a:r>
            <a:r>
              <a:rPr lang="en-US" sz="2200" dirty="0"/>
              <a:t> &lt; B/2.</a:t>
            </a:r>
          </a:p>
          <a:p>
            <a:pPr marL="749300" lvl="1" indent="-177800" eaLnBrk="1" hangingPunct="1">
              <a:buSzPct val="75000"/>
            </a:pPr>
            <a:r>
              <a:rPr lang="en-US" sz="2200" dirty="0"/>
              <a:t> </a:t>
            </a:r>
            <a:r>
              <a:rPr lang="en-US" sz="2200" dirty="0" err="1"/>
              <a:t>Alocând</a:t>
            </a:r>
            <a:r>
              <a:rPr lang="en-US" sz="2200" dirty="0"/>
              <a:t> o </a:t>
            </a:r>
            <a:r>
              <a:rPr lang="en-US" sz="2200" dirty="0" err="1"/>
              <a:t>pagin</a:t>
            </a:r>
            <a:r>
              <a:rPr lang="vi-VN" sz="2200" dirty="0"/>
              <a:t>ă</a:t>
            </a:r>
            <a:r>
              <a:rPr lang="en-US" sz="2200" dirty="0"/>
              <a:t> </a:t>
            </a:r>
            <a:r>
              <a:rPr lang="en-US" sz="2200" dirty="0" err="1"/>
              <a:t>pentru</a:t>
            </a:r>
            <a:r>
              <a:rPr lang="en-US" sz="2200" dirty="0"/>
              <a:t> </a:t>
            </a:r>
            <a:r>
              <a:rPr lang="en-US" sz="2200" dirty="0" err="1"/>
              <a:t>câte</a:t>
            </a:r>
            <a:r>
              <a:rPr lang="en-US" sz="2200" dirty="0"/>
              <a:t> un </a:t>
            </a:r>
            <a:r>
              <a:rPr lang="en-US" sz="2200" dirty="0" err="1"/>
              <a:t>subşir</a:t>
            </a:r>
            <a:r>
              <a:rPr lang="en-US" sz="2200" dirty="0"/>
              <a:t> al </a:t>
            </a:r>
            <a:r>
              <a:rPr lang="en-US" sz="2200" dirty="0" err="1"/>
              <a:t>fiec</a:t>
            </a:r>
            <a:r>
              <a:rPr lang="vi-VN" sz="2200" dirty="0"/>
              <a:t>ă</a:t>
            </a:r>
            <a:r>
              <a:rPr lang="en-US" sz="2200" dirty="0" err="1"/>
              <a:t>rei</a:t>
            </a:r>
            <a:r>
              <a:rPr lang="en-US" sz="2200" dirty="0"/>
              <a:t> </a:t>
            </a:r>
            <a:r>
              <a:rPr lang="en-US" sz="2200" dirty="0" err="1"/>
              <a:t>relaţii</a:t>
            </a:r>
            <a:r>
              <a:rPr lang="en-US" sz="2200" dirty="0"/>
              <a:t>, se </a:t>
            </a:r>
            <a:r>
              <a:rPr lang="en-US" sz="2200" dirty="0" err="1"/>
              <a:t>va</a:t>
            </a:r>
            <a:r>
              <a:rPr lang="en-US" sz="2200" dirty="0"/>
              <a:t> </a:t>
            </a:r>
            <a:r>
              <a:rPr lang="en-US" sz="2200" dirty="0" err="1"/>
              <a:t>verifica</a:t>
            </a:r>
            <a:r>
              <a:rPr lang="en-US" sz="2200" dirty="0"/>
              <a:t> </a:t>
            </a:r>
            <a:r>
              <a:rPr lang="en-US" sz="2200" dirty="0" err="1"/>
              <a:t>expresia</a:t>
            </a:r>
            <a:r>
              <a:rPr lang="en-US" sz="2200" dirty="0"/>
              <a:t> de join </a:t>
            </a:r>
            <a:r>
              <a:rPr lang="en-US" sz="2200" dirty="0" err="1"/>
              <a:t>dintr</a:t>
            </a:r>
            <a:r>
              <a:rPr lang="en-US" sz="2200" dirty="0"/>
              <a:t>-o </a:t>
            </a:r>
            <a:r>
              <a:rPr lang="en-US" sz="2200" dirty="0" err="1"/>
              <a:t>singur</a:t>
            </a:r>
            <a:r>
              <a:rPr lang="vi-VN" sz="2200" dirty="0"/>
              <a:t>ă</a:t>
            </a:r>
            <a:r>
              <a:rPr lang="en-US" sz="2200" dirty="0"/>
              <a:t> </a:t>
            </a:r>
            <a:r>
              <a:rPr lang="en-US" sz="2200" dirty="0" err="1"/>
              <a:t>trecere</a:t>
            </a:r>
            <a:r>
              <a:rPr lang="en-US" sz="2200" dirty="0"/>
              <a:t>.</a:t>
            </a:r>
          </a:p>
          <a:p>
            <a:pPr marL="749300" lvl="1" indent="-177800" eaLnBrk="1" hangingPunct="1">
              <a:buSzPct val="75000"/>
            </a:pPr>
            <a:r>
              <a:rPr lang="en-US" sz="2200" dirty="0">
                <a:solidFill>
                  <a:schemeClr val="folHlink"/>
                </a:solidFill>
              </a:rPr>
              <a:t> Cost</a:t>
            </a:r>
            <a:r>
              <a:rPr lang="en-US" sz="2200" dirty="0"/>
              <a:t>:</a:t>
            </a:r>
            <a:r>
              <a:rPr lang="en-US" sz="2200" dirty="0">
                <a:solidFill>
                  <a:schemeClr val="accent2"/>
                </a:solidFill>
              </a:rPr>
              <a:t> </a:t>
            </a:r>
            <a:r>
              <a:rPr lang="en-US" sz="2200" dirty="0" err="1"/>
              <a:t>citire+salvare</a:t>
            </a:r>
            <a:r>
              <a:rPr lang="en-US" sz="2200" dirty="0"/>
              <a:t> </a:t>
            </a:r>
            <a:r>
              <a:rPr lang="en-US" sz="2200" dirty="0" err="1"/>
              <a:t>fiecare</a:t>
            </a:r>
            <a:r>
              <a:rPr lang="en-US" sz="2200" dirty="0"/>
              <a:t> </a:t>
            </a:r>
            <a:r>
              <a:rPr lang="en-US" sz="2200" dirty="0" err="1"/>
              <a:t>tabel</a:t>
            </a:r>
            <a:r>
              <a:rPr lang="vi-VN" sz="2200" dirty="0"/>
              <a:t>ă</a:t>
            </a:r>
            <a:r>
              <a:rPr lang="en-US" sz="2200" dirty="0"/>
              <a:t> la Pas 0 + </a:t>
            </a:r>
            <a:r>
              <a:rPr lang="en-US" sz="2200" dirty="0" err="1"/>
              <a:t>citire</a:t>
            </a:r>
            <a:r>
              <a:rPr lang="en-US" sz="2200" dirty="0"/>
              <a:t> </a:t>
            </a:r>
            <a:r>
              <a:rPr lang="en-US" sz="2200" dirty="0" err="1"/>
              <a:t>fiecare</a:t>
            </a:r>
            <a:r>
              <a:rPr lang="en-US" sz="2200" dirty="0"/>
              <a:t> </a:t>
            </a:r>
            <a:r>
              <a:rPr lang="en-US" sz="2200" dirty="0" err="1"/>
              <a:t>tabel</a:t>
            </a:r>
            <a:r>
              <a:rPr lang="vi-VN" sz="2200" dirty="0"/>
              <a:t>ă</a:t>
            </a:r>
            <a:r>
              <a:rPr lang="en-US" sz="2200" dirty="0"/>
              <a:t> o </a:t>
            </a:r>
            <a:r>
              <a:rPr lang="en-US" sz="2200" dirty="0" err="1"/>
              <a:t>dat</a:t>
            </a:r>
            <a:r>
              <a:rPr lang="vi-VN" sz="2200" dirty="0"/>
              <a:t>ă</a:t>
            </a:r>
            <a:r>
              <a:rPr lang="en-US" sz="2200" dirty="0"/>
              <a:t> </a:t>
            </a:r>
            <a:r>
              <a:rPr lang="en-US" sz="2200" dirty="0" err="1"/>
              <a:t>pentru</a:t>
            </a:r>
            <a:r>
              <a:rPr lang="en-US" sz="2200" dirty="0"/>
              <a:t> </a:t>
            </a:r>
            <a:r>
              <a:rPr lang="en-US" sz="2200" dirty="0" err="1"/>
              <a:t>comparare</a:t>
            </a:r>
            <a:r>
              <a:rPr lang="en-US" sz="2200" dirty="0"/>
              <a:t>  (+ </a:t>
            </a:r>
            <a:r>
              <a:rPr lang="en-US" sz="2200" dirty="0" err="1"/>
              <a:t>scriere</a:t>
            </a:r>
            <a:r>
              <a:rPr lang="en-US" sz="2200" dirty="0"/>
              <a:t> </a:t>
            </a:r>
            <a:r>
              <a:rPr lang="en-US" sz="2200" dirty="0" err="1"/>
              <a:t>rezultat</a:t>
            </a:r>
            <a:r>
              <a:rPr lang="en-US" sz="2200" dirty="0"/>
              <a:t>).</a:t>
            </a:r>
          </a:p>
          <a:p>
            <a:pPr marL="749300" lvl="1" indent="-177800" eaLnBrk="1" hangingPunct="1">
              <a:buSzPct val="75000"/>
            </a:pPr>
            <a:r>
              <a:rPr lang="en-US" sz="2200" dirty="0"/>
              <a:t> </a:t>
            </a:r>
            <a:r>
              <a:rPr lang="en-US" sz="2200" dirty="0" err="1"/>
              <a:t>În</a:t>
            </a:r>
            <a:r>
              <a:rPr lang="en-US" sz="2200" dirty="0"/>
              <a:t> </a:t>
            </a:r>
            <a:r>
              <a:rPr lang="en-US" sz="2200" dirty="0" err="1"/>
              <a:t>exemplu</a:t>
            </a:r>
            <a:r>
              <a:rPr lang="en-US" sz="2200" dirty="0"/>
              <a:t>, </a:t>
            </a:r>
            <a:r>
              <a:rPr lang="en-US" sz="2200" dirty="0" err="1"/>
              <a:t>costul</a:t>
            </a:r>
            <a:r>
              <a:rPr lang="en-US" sz="2200" dirty="0"/>
              <a:t> </a:t>
            </a:r>
            <a:r>
              <a:rPr lang="en-US" sz="2200" dirty="0" err="1"/>
              <a:t>coboar</a:t>
            </a:r>
            <a:r>
              <a:rPr lang="vi-VN" sz="2200" dirty="0"/>
              <a:t>ă</a:t>
            </a:r>
            <a:r>
              <a:rPr lang="en-US" sz="2200" dirty="0"/>
              <a:t> de la 7500 la 4500 I/</a:t>
            </a:r>
            <a:r>
              <a:rPr lang="en-US" sz="2200" dirty="0" err="1"/>
              <a:t>Os</a:t>
            </a:r>
            <a:r>
              <a:rPr lang="en-US" sz="2200" dirty="0"/>
              <a:t>.</a:t>
            </a:r>
          </a:p>
          <a:p>
            <a:pPr marL="228600" indent="-228600" eaLnBrk="1" hangingPunct="1">
              <a:buFont typeface="Wingdings" pitchFamily="2" charset="2"/>
              <a:buChar char="n"/>
            </a:pPr>
            <a:r>
              <a:rPr lang="en-US" sz="2800" dirty="0"/>
              <a:t> </a:t>
            </a:r>
            <a:r>
              <a:rPr lang="en-US" sz="2800" dirty="0" err="1"/>
              <a:t>În</a:t>
            </a:r>
            <a:r>
              <a:rPr lang="en-US" sz="2800" dirty="0"/>
              <a:t> </a:t>
            </a:r>
            <a:r>
              <a:rPr lang="en-US" sz="2800" dirty="0" err="1"/>
              <a:t>practic</a:t>
            </a:r>
            <a:r>
              <a:rPr lang="vi-VN" sz="2800" dirty="0"/>
              <a:t>ă</a:t>
            </a:r>
            <a:r>
              <a:rPr lang="en-US" sz="2800" dirty="0"/>
              <a:t>, </a:t>
            </a:r>
            <a:r>
              <a:rPr lang="en-US" sz="2800" dirty="0" err="1"/>
              <a:t>costul</a:t>
            </a:r>
            <a:r>
              <a:rPr lang="en-US" sz="2800" dirty="0"/>
              <a:t> alg. </a:t>
            </a:r>
            <a:r>
              <a:rPr lang="en-US" sz="2800" i="1" dirty="0"/>
              <a:t>sort-merge join</a:t>
            </a:r>
            <a:r>
              <a:rPr lang="en-US" sz="2800" dirty="0"/>
              <a:t>, (la </a:t>
            </a:r>
            <a:r>
              <a:rPr lang="en-US" sz="2800" dirty="0" err="1"/>
              <a:t>fel</a:t>
            </a:r>
            <a:r>
              <a:rPr lang="en-US" sz="2800" dirty="0"/>
              <a:t> </a:t>
            </a:r>
            <a:r>
              <a:rPr lang="en-US" sz="2800" dirty="0" err="1"/>
              <a:t>ca</a:t>
            </a:r>
            <a:r>
              <a:rPr lang="en-US" sz="2800" dirty="0"/>
              <a:t> </a:t>
            </a:r>
            <a:r>
              <a:rPr lang="en-US" sz="2800" dirty="0" err="1"/>
              <a:t>cel</a:t>
            </a:r>
            <a:r>
              <a:rPr lang="en-US" sz="2800" dirty="0"/>
              <a:t> al sort</a:t>
            </a:r>
            <a:r>
              <a:rPr lang="vi-VN" sz="2800" dirty="0"/>
              <a:t>ă</a:t>
            </a:r>
            <a:r>
              <a:rPr lang="en-US" sz="2800" dirty="0" err="1"/>
              <a:t>rii</a:t>
            </a:r>
            <a:r>
              <a:rPr lang="en-US" sz="2800" dirty="0"/>
              <a:t> </a:t>
            </a:r>
            <a:r>
              <a:rPr lang="en-US" sz="2800" dirty="0" err="1"/>
              <a:t>externe</a:t>
            </a:r>
            <a:r>
              <a:rPr lang="en-US" sz="2800" dirty="0"/>
              <a:t>), </a:t>
            </a:r>
            <a:r>
              <a:rPr lang="en-US" sz="2800" dirty="0" err="1"/>
              <a:t>este</a:t>
            </a:r>
            <a:r>
              <a:rPr lang="en-US" sz="2800" dirty="0"/>
              <a:t> </a:t>
            </a:r>
            <a:r>
              <a:rPr lang="en-US" sz="2800" i="1" dirty="0" err="1">
                <a:solidFill>
                  <a:schemeClr val="folHlink"/>
                </a:solidFill>
              </a:rPr>
              <a:t>liniar</a:t>
            </a:r>
            <a:r>
              <a:rPr lang="en-US" sz="2800" dirty="0"/>
              <a:t>.</a:t>
            </a:r>
          </a:p>
        </p:txBody>
      </p:sp>
      <p:grpSp>
        <p:nvGrpSpPr>
          <p:cNvPr id="16389" name="Group 4"/>
          <p:cNvGrpSpPr>
            <a:grpSpLocks/>
          </p:cNvGrpSpPr>
          <p:nvPr/>
        </p:nvGrpSpPr>
        <p:grpSpPr bwMode="auto">
          <a:xfrm>
            <a:off x="3657600" y="2434084"/>
            <a:ext cx="279400" cy="228600"/>
            <a:chOff x="1152" y="2256"/>
            <a:chExt cx="288" cy="144"/>
          </a:xfrm>
        </p:grpSpPr>
        <p:sp>
          <p:nvSpPr>
            <p:cNvPr id="16390" name="Line 5"/>
            <p:cNvSpPr>
              <a:spLocks noChangeShapeType="1"/>
            </p:cNvSpPr>
            <p:nvPr/>
          </p:nvSpPr>
          <p:spPr bwMode="auto">
            <a:xfrm>
              <a:off x="1152" y="2256"/>
              <a:ext cx="48" cy="144"/>
            </a:xfrm>
            <a:prstGeom prst="line">
              <a:avLst/>
            </a:prstGeom>
            <a:noFill/>
            <a:ln w="9525">
              <a:solidFill>
                <a:schemeClr val="tx2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16391" name="Line 6"/>
            <p:cNvSpPr>
              <a:spLocks noChangeShapeType="1"/>
            </p:cNvSpPr>
            <p:nvPr/>
          </p:nvSpPr>
          <p:spPr bwMode="auto">
            <a:xfrm flipV="1">
              <a:off x="1200" y="2256"/>
              <a:ext cx="48" cy="144"/>
            </a:xfrm>
            <a:prstGeom prst="line">
              <a:avLst/>
            </a:prstGeom>
            <a:noFill/>
            <a:ln w="9525">
              <a:solidFill>
                <a:schemeClr val="tx2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16392" name="Line 7"/>
            <p:cNvSpPr>
              <a:spLocks noChangeShapeType="1"/>
            </p:cNvSpPr>
            <p:nvPr/>
          </p:nvSpPr>
          <p:spPr bwMode="auto">
            <a:xfrm>
              <a:off x="1248" y="2256"/>
              <a:ext cx="192" cy="0"/>
            </a:xfrm>
            <a:prstGeom prst="line">
              <a:avLst/>
            </a:prstGeom>
            <a:noFill/>
            <a:ln w="9525">
              <a:solidFill>
                <a:schemeClr val="tx2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US"/>
            </a:p>
          </p:txBody>
        </p:sp>
      </p:grp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2"/>
          <p:cNvSpPr>
            <a:spLocks noGrp="1" noChangeArrowheads="1"/>
          </p:cNvSpPr>
          <p:nvPr>
            <p:ph type="ctrTitle" idx="4294967295"/>
          </p:nvPr>
        </p:nvSpPr>
        <p:spPr>
          <a:xfrm>
            <a:off x="2743200" y="3011268"/>
            <a:ext cx="8534400" cy="646331"/>
          </a:xfrm>
          <a:noFill/>
        </p:spPr>
        <p:txBody>
          <a:bodyPr/>
          <a:lstStyle/>
          <a:p>
            <a:pPr eaLnBrk="1" hangingPunct="1"/>
            <a:r>
              <a:rPr lang="en-US" dirty="0"/>
              <a:t>Hash-Join</a:t>
            </a:r>
          </a:p>
        </p:txBody>
      </p:sp>
      <p:sp>
        <p:nvSpPr>
          <p:cNvPr id="17412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3001962" y="1066799"/>
            <a:ext cx="8464550" cy="5029200"/>
          </a:xfrm>
          <a:noFill/>
        </p:spPr>
        <p:txBody>
          <a:bodyPr/>
          <a:lstStyle/>
          <a:p>
            <a:pPr marL="228600" indent="-228600" eaLnBrk="1" hangingPunct="1"/>
            <a:r>
              <a:rPr lang="en-US" sz="2800" dirty="0"/>
              <a:t> </a:t>
            </a:r>
          </a:p>
        </p:txBody>
      </p:sp>
      <p:sp>
        <p:nvSpPr>
          <p:cNvPr id="17413" name="Line 4"/>
          <p:cNvSpPr>
            <a:spLocks noChangeShapeType="1"/>
          </p:cNvSpPr>
          <p:nvPr/>
        </p:nvSpPr>
        <p:spPr bwMode="auto">
          <a:xfrm>
            <a:off x="5984875" y="3411537"/>
            <a:ext cx="5080000" cy="0"/>
          </a:xfrm>
          <a:prstGeom prst="line">
            <a:avLst/>
          </a:prstGeom>
          <a:noFill/>
          <a:ln w="25400">
            <a:solidFill>
              <a:schemeClr val="tx2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dirty="0"/>
          </a:p>
        </p:txBody>
      </p:sp>
      <p:grpSp>
        <p:nvGrpSpPr>
          <p:cNvPr id="17414" name="Group 5"/>
          <p:cNvGrpSpPr>
            <a:grpSpLocks/>
          </p:cNvGrpSpPr>
          <p:nvPr/>
        </p:nvGrpSpPr>
        <p:grpSpPr bwMode="auto">
          <a:xfrm>
            <a:off x="5897563" y="3536950"/>
            <a:ext cx="5695953" cy="3027363"/>
            <a:chOff x="2161" y="2239"/>
            <a:chExt cx="3588" cy="1907"/>
          </a:xfrm>
        </p:grpSpPr>
        <p:sp>
          <p:nvSpPr>
            <p:cNvPr id="17471" name="Rectangle 6"/>
            <p:cNvSpPr>
              <a:spLocks noChangeArrowheads="1"/>
            </p:cNvSpPr>
            <p:nvPr/>
          </p:nvSpPr>
          <p:spPr bwMode="auto">
            <a:xfrm>
              <a:off x="2176" y="2239"/>
              <a:ext cx="709" cy="40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pPr algn="ctr" eaLnBrk="0" hangingPunct="0"/>
              <a:r>
                <a:rPr lang="en-US" sz="1800" b="1" dirty="0" err="1">
                  <a:solidFill>
                    <a:schemeClr val="tx2"/>
                  </a:solidFill>
                  <a:latin typeface="Times New Roman" pitchFamily="18" charset="0"/>
                </a:rPr>
                <a:t>Partiţii</a:t>
              </a:r>
              <a:r>
                <a:rPr lang="en-US" sz="1800" b="1" dirty="0">
                  <a:solidFill>
                    <a:schemeClr val="tx2"/>
                  </a:solidFill>
                  <a:latin typeface="Times New Roman" pitchFamily="18" charset="0"/>
                </a:rPr>
                <a:t> </a:t>
              </a:r>
            </a:p>
            <a:p>
              <a:pPr algn="ctr" eaLnBrk="0" hangingPunct="0"/>
              <a:r>
                <a:rPr lang="en-US" sz="1800" b="1" dirty="0">
                  <a:solidFill>
                    <a:schemeClr val="tx2"/>
                  </a:solidFill>
                  <a:latin typeface="Times New Roman" pitchFamily="18" charset="0"/>
                </a:rPr>
                <a:t>ale R &amp; S</a:t>
              </a:r>
            </a:p>
          </p:txBody>
        </p:sp>
        <p:sp>
          <p:nvSpPr>
            <p:cNvPr id="17472" name="Rectangle 7"/>
            <p:cNvSpPr>
              <a:spLocks noChangeArrowheads="1"/>
            </p:cNvSpPr>
            <p:nvPr/>
          </p:nvSpPr>
          <p:spPr bwMode="auto">
            <a:xfrm>
              <a:off x="3416" y="3604"/>
              <a:ext cx="385" cy="26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pPr algn="ctr" eaLnBrk="0" hangingPunct="0">
                <a:lnSpc>
                  <a:spcPct val="50000"/>
                </a:lnSpc>
              </a:pPr>
              <a:r>
                <a:rPr lang="en-US" sz="1400" b="1" dirty="0">
                  <a:solidFill>
                    <a:schemeClr val="tx2"/>
                  </a:solidFill>
                  <a:latin typeface="Times New Roman" pitchFamily="18" charset="0"/>
                </a:rPr>
                <a:t>Input</a:t>
              </a:r>
            </a:p>
            <a:p>
              <a:pPr algn="ctr" eaLnBrk="0" hangingPunct="0"/>
              <a:r>
                <a:rPr lang="en-US" sz="1400" b="1" dirty="0" err="1">
                  <a:solidFill>
                    <a:schemeClr val="tx2"/>
                  </a:solidFill>
                  <a:latin typeface="Times New Roman" pitchFamily="18" charset="0"/>
                </a:rPr>
                <a:t>pt</a:t>
              </a:r>
              <a:r>
                <a:rPr lang="en-US" sz="1400" b="1" dirty="0">
                  <a:solidFill>
                    <a:schemeClr val="tx2"/>
                  </a:solidFill>
                  <a:latin typeface="Times New Roman" pitchFamily="18" charset="0"/>
                </a:rPr>
                <a:t> S</a:t>
              </a:r>
              <a:r>
                <a:rPr lang="en-US" sz="1400" b="1" baseline="-25000" dirty="0">
                  <a:solidFill>
                    <a:schemeClr val="tx2"/>
                  </a:solidFill>
                  <a:latin typeface="Times New Roman" pitchFamily="18" charset="0"/>
                </a:rPr>
                <a:t>i</a:t>
              </a:r>
            </a:p>
          </p:txBody>
        </p:sp>
        <p:sp>
          <p:nvSpPr>
            <p:cNvPr id="17473" name="Rectangle 8"/>
            <p:cNvSpPr>
              <a:spLocks noChangeArrowheads="1"/>
            </p:cNvSpPr>
            <p:nvPr/>
          </p:nvSpPr>
          <p:spPr bwMode="auto">
            <a:xfrm>
              <a:off x="3504" y="2522"/>
              <a:ext cx="984" cy="36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pPr algn="ctr" eaLnBrk="0" hangingPunct="0"/>
              <a:r>
                <a:rPr lang="en-US" sz="1600" b="1" dirty="0" err="1">
                  <a:solidFill>
                    <a:schemeClr val="tx2"/>
                  </a:solidFill>
                  <a:latin typeface="Times New Roman" pitchFamily="18" charset="0"/>
                </a:rPr>
                <a:t>Partitia</a:t>
              </a:r>
              <a:r>
                <a:rPr lang="en-US" sz="1600" b="1" dirty="0">
                  <a:solidFill>
                    <a:schemeClr val="tx2"/>
                  </a:solidFill>
                  <a:latin typeface="Times New Roman" pitchFamily="18" charset="0"/>
                </a:rPr>
                <a:t> </a:t>
              </a:r>
              <a:r>
                <a:rPr lang="en-US" sz="1600" b="1" dirty="0" err="1">
                  <a:solidFill>
                    <a:schemeClr val="tx2"/>
                  </a:solidFill>
                  <a:latin typeface="Times New Roman" pitchFamily="18" charset="0"/>
                </a:rPr>
                <a:t>R</a:t>
              </a:r>
              <a:r>
                <a:rPr lang="en-US" sz="1600" b="1" baseline="-25000" dirty="0" err="1">
                  <a:solidFill>
                    <a:schemeClr val="tx2"/>
                  </a:solidFill>
                  <a:latin typeface="Times New Roman" pitchFamily="18" charset="0"/>
                </a:rPr>
                <a:t>i</a:t>
              </a:r>
              <a:endParaRPr lang="en-US" sz="1600" b="1" dirty="0">
                <a:solidFill>
                  <a:schemeClr val="tx2"/>
                </a:solidFill>
                <a:latin typeface="Times New Roman" pitchFamily="18" charset="0"/>
              </a:endParaRPr>
            </a:p>
            <a:p>
              <a:pPr algn="ctr" eaLnBrk="0" hangingPunct="0"/>
              <a:r>
                <a:rPr lang="en-US" sz="1600" b="1" dirty="0">
                  <a:solidFill>
                    <a:schemeClr val="tx2"/>
                  </a:solidFill>
                  <a:latin typeface="Times New Roman" pitchFamily="18" charset="0"/>
                </a:rPr>
                <a:t>(k &lt; B-1 </a:t>
              </a:r>
              <a:r>
                <a:rPr lang="en-US" sz="1600" b="1" dirty="0" err="1">
                  <a:solidFill>
                    <a:schemeClr val="tx2"/>
                  </a:solidFill>
                  <a:latin typeface="Times New Roman" pitchFamily="18" charset="0"/>
                </a:rPr>
                <a:t>pagini</a:t>
              </a:r>
              <a:r>
                <a:rPr lang="en-US" sz="1600" b="1" dirty="0">
                  <a:solidFill>
                    <a:schemeClr val="tx2"/>
                  </a:solidFill>
                  <a:latin typeface="Times New Roman" pitchFamily="18" charset="0"/>
                </a:rPr>
                <a:t>)</a:t>
              </a:r>
            </a:p>
          </p:txBody>
        </p:sp>
        <p:sp>
          <p:nvSpPr>
            <p:cNvPr id="17474" name="Freeform 9"/>
            <p:cNvSpPr>
              <a:spLocks/>
            </p:cNvSpPr>
            <p:nvPr/>
          </p:nvSpPr>
          <p:spPr bwMode="auto">
            <a:xfrm>
              <a:off x="3513" y="3414"/>
              <a:ext cx="145" cy="156"/>
            </a:xfrm>
            <a:custGeom>
              <a:avLst/>
              <a:gdLst>
                <a:gd name="T0" fmla="*/ 0 w 145"/>
                <a:gd name="T1" fmla="*/ 155 h 156"/>
                <a:gd name="T2" fmla="*/ 0 w 145"/>
                <a:gd name="T3" fmla="*/ 0 h 156"/>
                <a:gd name="T4" fmla="*/ 144 w 145"/>
                <a:gd name="T5" fmla="*/ 0 h 156"/>
                <a:gd name="T6" fmla="*/ 144 w 145"/>
                <a:gd name="T7" fmla="*/ 155 h 156"/>
                <a:gd name="T8" fmla="*/ 0 w 145"/>
                <a:gd name="T9" fmla="*/ 155 h 15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45"/>
                <a:gd name="T16" fmla="*/ 0 h 156"/>
                <a:gd name="T17" fmla="*/ 145 w 145"/>
                <a:gd name="T18" fmla="*/ 156 h 15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45" h="156">
                  <a:moveTo>
                    <a:pt x="0" y="155"/>
                  </a:moveTo>
                  <a:lnTo>
                    <a:pt x="0" y="0"/>
                  </a:lnTo>
                  <a:lnTo>
                    <a:pt x="144" y="0"/>
                  </a:lnTo>
                  <a:lnTo>
                    <a:pt x="144" y="155"/>
                  </a:lnTo>
                  <a:lnTo>
                    <a:pt x="0" y="155"/>
                  </a:lnTo>
                </a:path>
              </a:pathLst>
            </a:custGeom>
            <a:solidFill>
              <a:srgbClr val="F6BF69"/>
            </a:solidFill>
            <a:ln w="12700" cap="rnd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7475" name="Freeform 10"/>
            <p:cNvSpPr>
              <a:spLocks/>
            </p:cNvSpPr>
            <p:nvPr/>
          </p:nvSpPr>
          <p:spPr bwMode="auto">
            <a:xfrm>
              <a:off x="2362" y="3468"/>
              <a:ext cx="25" cy="36"/>
            </a:xfrm>
            <a:custGeom>
              <a:avLst/>
              <a:gdLst>
                <a:gd name="T0" fmla="*/ 24 w 25"/>
                <a:gd name="T1" fmla="*/ 18 h 36"/>
                <a:gd name="T2" fmla="*/ 12 w 25"/>
                <a:gd name="T3" fmla="*/ 0 h 36"/>
                <a:gd name="T4" fmla="*/ 0 w 25"/>
                <a:gd name="T5" fmla="*/ 18 h 36"/>
                <a:gd name="T6" fmla="*/ 12 w 25"/>
                <a:gd name="T7" fmla="*/ 35 h 36"/>
                <a:gd name="T8" fmla="*/ 24 w 25"/>
                <a:gd name="T9" fmla="*/ 18 h 3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5"/>
                <a:gd name="T16" fmla="*/ 0 h 36"/>
                <a:gd name="T17" fmla="*/ 25 w 25"/>
                <a:gd name="T18" fmla="*/ 36 h 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5" h="36">
                  <a:moveTo>
                    <a:pt x="24" y="18"/>
                  </a:moveTo>
                  <a:lnTo>
                    <a:pt x="12" y="0"/>
                  </a:lnTo>
                  <a:lnTo>
                    <a:pt x="0" y="18"/>
                  </a:lnTo>
                  <a:lnTo>
                    <a:pt x="12" y="35"/>
                  </a:lnTo>
                  <a:lnTo>
                    <a:pt x="24" y="18"/>
                  </a:lnTo>
                </a:path>
              </a:pathLst>
            </a:custGeom>
            <a:noFill/>
            <a:ln w="12700" cap="rnd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476" name="Freeform 11"/>
            <p:cNvSpPr>
              <a:spLocks/>
            </p:cNvSpPr>
            <p:nvPr/>
          </p:nvSpPr>
          <p:spPr bwMode="auto">
            <a:xfrm>
              <a:off x="2445" y="3468"/>
              <a:ext cx="25" cy="36"/>
            </a:xfrm>
            <a:custGeom>
              <a:avLst/>
              <a:gdLst>
                <a:gd name="T0" fmla="*/ 24 w 25"/>
                <a:gd name="T1" fmla="*/ 18 h 36"/>
                <a:gd name="T2" fmla="*/ 12 w 25"/>
                <a:gd name="T3" fmla="*/ 0 h 36"/>
                <a:gd name="T4" fmla="*/ 0 w 25"/>
                <a:gd name="T5" fmla="*/ 18 h 36"/>
                <a:gd name="T6" fmla="*/ 12 w 25"/>
                <a:gd name="T7" fmla="*/ 35 h 36"/>
                <a:gd name="T8" fmla="*/ 24 w 25"/>
                <a:gd name="T9" fmla="*/ 18 h 3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5"/>
                <a:gd name="T16" fmla="*/ 0 h 36"/>
                <a:gd name="T17" fmla="*/ 25 w 25"/>
                <a:gd name="T18" fmla="*/ 36 h 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5" h="36">
                  <a:moveTo>
                    <a:pt x="24" y="18"/>
                  </a:moveTo>
                  <a:lnTo>
                    <a:pt x="12" y="0"/>
                  </a:lnTo>
                  <a:lnTo>
                    <a:pt x="0" y="18"/>
                  </a:lnTo>
                  <a:lnTo>
                    <a:pt x="12" y="35"/>
                  </a:lnTo>
                  <a:lnTo>
                    <a:pt x="24" y="18"/>
                  </a:lnTo>
                </a:path>
              </a:pathLst>
            </a:custGeom>
            <a:noFill/>
            <a:ln w="12700" cap="rnd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477" name="Freeform 12"/>
            <p:cNvSpPr>
              <a:spLocks/>
            </p:cNvSpPr>
            <p:nvPr/>
          </p:nvSpPr>
          <p:spPr bwMode="auto">
            <a:xfrm>
              <a:off x="2535" y="3468"/>
              <a:ext cx="25" cy="36"/>
            </a:xfrm>
            <a:custGeom>
              <a:avLst/>
              <a:gdLst>
                <a:gd name="T0" fmla="*/ 24 w 25"/>
                <a:gd name="T1" fmla="*/ 18 h 36"/>
                <a:gd name="T2" fmla="*/ 12 w 25"/>
                <a:gd name="T3" fmla="*/ 0 h 36"/>
                <a:gd name="T4" fmla="*/ 0 w 25"/>
                <a:gd name="T5" fmla="*/ 18 h 36"/>
                <a:gd name="T6" fmla="*/ 12 w 25"/>
                <a:gd name="T7" fmla="*/ 35 h 36"/>
                <a:gd name="T8" fmla="*/ 24 w 25"/>
                <a:gd name="T9" fmla="*/ 18 h 3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5"/>
                <a:gd name="T16" fmla="*/ 0 h 36"/>
                <a:gd name="T17" fmla="*/ 25 w 25"/>
                <a:gd name="T18" fmla="*/ 36 h 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5" h="36">
                  <a:moveTo>
                    <a:pt x="24" y="18"/>
                  </a:moveTo>
                  <a:lnTo>
                    <a:pt x="12" y="0"/>
                  </a:lnTo>
                  <a:lnTo>
                    <a:pt x="0" y="18"/>
                  </a:lnTo>
                  <a:lnTo>
                    <a:pt x="12" y="35"/>
                  </a:lnTo>
                  <a:lnTo>
                    <a:pt x="24" y="18"/>
                  </a:lnTo>
                </a:path>
              </a:pathLst>
            </a:custGeom>
            <a:noFill/>
            <a:ln w="12700" cap="rnd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478" name="Freeform 13"/>
            <p:cNvSpPr>
              <a:spLocks/>
            </p:cNvSpPr>
            <p:nvPr/>
          </p:nvSpPr>
          <p:spPr bwMode="auto">
            <a:xfrm>
              <a:off x="2218" y="2962"/>
              <a:ext cx="145" cy="156"/>
            </a:xfrm>
            <a:custGeom>
              <a:avLst/>
              <a:gdLst>
                <a:gd name="T0" fmla="*/ 0 w 145"/>
                <a:gd name="T1" fmla="*/ 155 h 156"/>
                <a:gd name="T2" fmla="*/ 0 w 145"/>
                <a:gd name="T3" fmla="*/ 0 h 156"/>
                <a:gd name="T4" fmla="*/ 144 w 145"/>
                <a:gd name="T5" fmla="*/ 0 h 156"/>
                <a:gd name="T6" fmla="*/ 144 w 145"/>
                <a:gd name="T7" fmla="*/ 155 h 156"/>
                <a:gd name="T8" fmla="*/ 0 w 145"/>
                <a:gd name="T9" fmla="*/ 155 h 15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45"/>
                <a:gd name="T16" fmla="*/ 0 h 156"/>
                <a:gd name="T17" fmla="*/ 145 w 145"/>
                <a:gd name="T18" fmla="*/ 156 h 15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45" h="156">
                  <a:moveTo>
                    <a:pt x="0" y="155"/>
                  </a:moveTo>
                  <a:lnTo>
                    <a:pt x="0" y="0"/>
                  </a:lnTo>
                  <a:lnTo>
                    <a:pt x="144" y="0"/>
                  </a:lnTo>
                  <a:lnTo>
                    <a:pt x="144" y="155"/>
                  </a:lnTo>
                  <a:lnTo>
                    <a:pt x="0" y="155"/>
                  </a:lnTo>
                </a:path>
              </a:pathLst>
            </a:custGeom>
            <a:solidFill>
              <a:srgbClr val="F6BF69"/>
            </a:solidFill>
            <a:ln w="12700" cap="rnd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7479" name="Freeform 14"/>
            <p:cNvSpPr>
              <a:spLocks/>
            </p:cNvSpPr>
            <p:nvPr/>
          </p:nvSpPr>
          <p:spPr bwMode="auto">
            <a:xfrm>
              <a:off x="2386" y="2962"/>
              <a:ext cx="144" cy="156"/>
            </a:xfrm>
            <a:custGeom>
              <a:avLst/>
              <a:gdLst>
                <a:gd name="T0" fmla="*/ 0 w 144"/>
                <a:gd name="T1" fmla="*/ 155 h 156"/>
                <a:gd name="T2" fmla="*/ 0 w 144"/>
                <a:gd name="T3" fmla="*/ 0 h 156"/>
                <a:gd name="T4" fmla="*/ 143 w 144"/>
                <a:gd name="T5" fmla="*/ 0 h 156"/>
                <a:gd name="T6" fmla="*/ 143 w 144"/>
                <a:gd name="T7" fmla="*/ 155 h 156"/>
                <a:gd name="T8" fmla="*/ 0 w 144"/>
                <a:gd name="T9" fmla="*/ 155 h 15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44"/>
                <a:gd name="T16" fmla="*/ 0 h 156"/>
                <a:gd name="T17" fmla="*/ 144 w 144"/>
                <a:gd name="T18" fmla="*/ 156 h 15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44" h="156">
                  <a:moveTo>
                    <a:pt x="0" y="155"/>
                  </a:moveTo>
                  <a:lnTo>
                    <a:pt x="0" y="0"/>
                  </a:lnTo>
                  <a:lnTo>
                    <a:pt x="143" y="0"/>
                  </a:lnTo>
                  <a:lnTo>
                    <a:pt x="143" y="155"/>
                  </a:lnTo>
                  <a:lnTo>
                    <a:pt x="0" y="155"/>
                  </a:lnTo>
                </a:path>
              </a:pathLst>
            </a:custGeom>
            <a:solidFill>
              <a:srgbClr val="F6BF69"/>
            </a:solidFill>
            <a:ln w="12700" cap="rnd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7480" name="Freeform 15"/>
            <p:cNvSpPr>
              <a:spLocks/>
            </p:cNvSpPr>
            <p:nvPr/>
          </p:nvSpPr>
          <p:spPr bwMode="auto">
            <a:xfrm>
              <a:off x="2218" y="3189"/>
              <a:ext cx="145" cy="155"/>
            </a:xfrm>
            <a:custGeom>
              <a:avLst/>
              <a:gdLst>
                <a:gd name="T0" fmla="*/ 0 w 145"/>
                <a:gd name="T1" fmla="*/ 154 h 155"/>
                <a:gd name="T2" fmla="*/ 0 w 145"/>
                <a:gd name="T3" fmla="*/ 0 h 155"/>
                <a:gd name="T4" fmla="*/ 144 w 145"/>
                <a:gd name="T5" fmla="*/ 0 h 155"/>
                <a:gd name="T6" fmla="*/ 144 w 145"/>
                <a:gd name="T7" fmla="*/ 154 h 155"/>
                <a:gd name="T8" fmla="*/ 0 w 145"/>
                <a:gd name="T9" fmla="*/ 154 h 15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45"/>
                <a:gd name="T16" fmla="*/ 0 h 155"/>
                <a:gd name="T17" fmla="*/ 145 w 145"/>
                <a:gd name="T18" fmla="*/ 155 h 155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45" h="155">
                  <a:moveTo>
                    <a:pt x="0" y="154"/>
                  </a:moveTo>
                  <a:lnTo>
                    <a:pt x="0" y="0"/>
                  </a:lnTo>
                  <a:lnTo>
                    <a:pt x="144" y="0"/>
                  </a:lnTo>
                  <a:lnTo>
                    <a:pt x="144" y="154"/>
                  </a:lnTo>
                  <a:lnTo>
                    <a:pt x="0" y="154"/>
                  </a:lnTo>
                </a:path>
              </a:pathLst>
            </a:custGeom>
            <a:solidFill>
              <a:srgbClr val="F6BF69"/>
            </a:solidFill>
            <a:ln w="12700" cap="rnd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7481" name="Freeform 16"/>
            <p:cNvSpPr>
              <a:spLocks/>
            </p:cNvSpPr>
            <p:nvPr/>
          </p:nvSpPr>
          <p:spPr bwMode="auto">
            <a:xfrm>
              <a:off x="2392" y="3189"/>
              <a:ext cx="144" cy="155"/>
            </a:xfrm>
            <a:custGeom>
              <a:avLst/>
              <a:gdLst>
                <a:gd name="T0" fmla="*/ 0 w 144"/>
                <a:gd name="T1" fmla="*/ 154 h 155"/>
                <a:gd name="T2" fmla="*/ 0 w 144"/>
                <a:gd name="T3" fmla="*/ 0 h 155"/>
                <a:gd name="T4" fmla="*/ 143 w 144"/>
                <a:gd name="T5" fmla="*/ 0 h 155"/>
                <a:gd name="T6" fmla="*/ 143 w 144"/>
                <a:gd name="T7" fmla="*/ 154 h 155"/>
                <a:gd name="T8" fmla="*/ 0 w 144"/>
                <a:gd name="T9" fmla="*/ 154 h 15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44"/>
                <a:gd name="T16" fmla="*/ 0 h 155"/>
                <a:gd name="T17" fmla="*/ 144 w 144"/>
                <a:gd name="T18" fmla="*/ 155 h 155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44" h="155">
                  <a:moveTo>
                    <a:pt x="0" y="154"/>
                  </a:moveTo>
                  <a:lnTo>
                    <a:pt x="0" y="0"/>
                  </a:lnTo>
                  <a:lnTo>
                    <a:pt x="143" y="0"/>
                  </a:lnTo>
                  <a:lnTo>
                    <a:pt x="143" y="154"/>
                  </a:lnTo>
                  <a:lnTo>
                    <a:pt x="0" y="154"/>
                  </a:lnTo>
                </a:path>
              </a:pathLst>
            </a:custGeom>
            <a:solidFill>
              <a:srgbClr val="F6BF69"/>
            </a:solidFill>
            <a:ln w="12700" cap="rnd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7482" name="Freeform 17"/>
            <p:cNvSpPr>
              <a:spLocks/>
            </p:cNvSpPr>
            <p:nvPr/>
          </p:nvSpPr>
          <p:spPr bwMode="auto">
            <a:xfrm>
              <a:off x="2421" y="3669"/>
              <a:ext cx="144" cy="155"/>
            </a:xfrm>
            <a:custGeom>
              <a:avLst/>
              <a:gdLst>
                <a:gd name="T0" fmla="*/ 0 w 144"/>
                <a:gd name="T1" fmla="*/ 154 h 155"/>
                <a:gd name="T2" fmla="*/ 0 w 144"/>
                <a:gd name="T3" fmla="*/ 0 h 155"/>
                <a:gd name="T4" fmla="*/ 143 w 144"/>
                <a:gd name="T5" fmla="*/ 0 h 155"/>
                <a:gd name="T6" fmla="*/ 143 w 144"/>
                <a:gd name="T7" fmla="*/ 154 h 155"/>
                <a:gd name="T8" fmla="*/ 0 w 144"/>
                <a:gd name="T9" fmla="*/ 154 h 15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44"/>
                <a:gd name="T16" fmla="*/ 0 h 155"/>
                <a:gd name="T17" fmla="*/ 144 w 144"/>
                <a:gd name="T18" fmla="*/ 155 h 155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44" h="155">
                  <a:moveTo>
                    <a:pt x="0" y="154"/>
                  </a:moveTo>
                  <a:lnTo>
                    <a:pt x="0" y="0"/>
                  </a:lnTo>
                  <a:lnTo>
                    <a:pt x="143" y="0"/>
                  </a:lnTo>
                  <a:lnTo>
                    <a:pt x="143" y="154"/>
                  </a:lnTo>
                  <a:lnTo>
                    <a:pt x="0" y="154"/>
                  </a:lnTo>
                </a:path>
              </a:pathLst>
            </a:custGeom>
            <a:solidFill>
              <a:srgbClr val="C0FEF9"/>
            </a:solidFill>
            <a:ln w="12700" cap="rnd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7483" name="Freeform 18"/>
            <p:cNvSpPr>
              <a:spLocks/>
            </p:cNvSpPr>
            <p:nvPr/>
          </p:nvSpPr>
          <p:spPr bwMode="auto">
            <a:xfrm>
              <a:off x="2218" y="3670"/>
              <a:ext cx="145" cy="156"/>
            </a:xfrm>
            <a:custGeom>
              <a:avLst/>
              <a:gdLst>
                <a:gd name="T0" fmla="*/ 0 w 145"/>
                <a:gd name="T1" fmla="*/ 155 h 156"/>
                <a:gd name="T2" fmla="*/ 0 w 145"/>
                <a:gd name="T3" fmla="*/ 0 h 156"/>
                <a:gd name="T4" fmla="*/ 144 w 145"/>
                <a:gd name="T5" fmla="*/ 0 h 156"/>
                <a:gd name="T6" fmla="*/ 144 w 145"/>
                <a:gd name="T7" fmla="*/ 155 h 156"/>
                <a:gd name="T8" fmla="*/ 0 w 145"/>
                <a:gd name="T9" fmla="*/ 155 h 15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45"/>
                <a:gd name="T16" fmla="*/ 0 h 156"/>
                <a:gd name="T17" fmla="*/ 145 w 145"/>
                <a:gd name="T18" fmla="*/ 156 h 15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45" h="156">
                  <a:moveTo>
                    <a:pt x="0" y="155"/>
                  </a:moveTo>
                  <a:lnTo>
                    <a:pt x="0" y="0"/>
                  </a:lnTo>
                  <a:lnTo>
                    <a:pt x="144" y="0"/>
                  </a:lnTo>
                  <a:lnTo>
                    <a:pt x="144" y="155"/>
                  </a:lnTo>
                  <a:lnTo>
                    <a:pt x="0" y="155"/>
                  </a:lnTo>
                </a:path>
              </a:pathLst>
            </a:custGeom>
            <a:solidFill>
              <a:srgbClr val="C0FEF9"/>
            </a:solidFill>
            <a:ln w="12700" cap="rnd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7484" name="Freeform 19"/>
            <p:cNvSpPr>
              <a:spLocks/>
            </p:cNvSpPr>
            <p:nvPr/>
          </p:nvSpPr>
          <p:spPr bwMode="auto">
            <a:xfrm>
              <a:off x="3442" y="2956"/>
              <a:ext cx="144" cy="156"/>
            </a:xfrm>
            <a:custGeom>
              <a:avLst/>
              <a:gdLst>
                <a:gd name="T0" fmla="*/ 0 w 144"/>
                <a:gd name="T1" fmla="*/ 155 h 156"/>
                <a:gd name="T2" fmla="*/ 0 w 144"/>
                <a:gd name="T3" fmla="*/ 0 h 156"/>
                <a:gd name="T4" fmla="*/ 143 w 144"/>
                <a:gd name="T5" fmla="*/ 0 h 156"/>
                <a:gd name="T6" fmla="*/ 143 w 144"/>
                <a:gd name="T7" fmla="*/ 155 h 156"/>
                <a:gd name="T8" fmla="*/ 0 w 144"/>
                <a:gd name="T9" fmla="*/ 155 h 15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44"/>
                <a:gd name="T16" fmla="*/ 0 h 156"/>
                <a:gd name="T17" fmla="*/ 144 w 144"/>
                <a:gd name="T18" fmla="*/ 156 h 15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44" h="156">
                  <a:moveTo>
                    <a:pt x="0" y="155"/>
                  </a:moveTo>
                  <a:lnTo>
                    <a:pt x="0" y="0"/>
                  </a:lnTo>
                  <a:lnTo>
                    <a:pt x="143" y="0"/>
                  </a:lnTo>
                  <a:lnTo>
                    <a:pt x="143" y="155"/>
                  </a:lnTo>
                  <a:lnTo>
                    <a:pt x="0" y="155"/>
                  </a:lnTo>
                </a:path>
              </a:pathLst>
            </a:custGeom>
            <a:solidFill>
              <a:srgbClr val="C0FEF9"/>
            </a:solidFill>
            <a:ln w="12700" cap="rnd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7485" name="Freeform 20"/>
            <p:cNvSpPr>
              <a:spLocks/>
            </p:cNvSpPr>
            <p:nvPr/>
          </p:nvSpPr>
          <p:spPr bwMode="auto">
            <a:xfrm>
              <a:off x="3644" y="2962"/>
              <a:ext cx="145" cy="156"/>
            </a:xfrm>
            <a:custGeom>
              <a:avLst/>
              <a:gdLst>
                <a:gd name="T0" fmla="*/ 0 w 145"/>
                <a:gd name="T1" fmla="*/ 155 h 156"/>
                <a:gd name="T2" fmla="*/ 0 w 145"/>
                <a:gd name="T3" fmla="*/ 0 h 156"/>
                <a:gd name="T4" fmla="*/ 144 w 145"/>
                <a:gd name="T5" fmla="*/ 0 h 156"/>
                <a:gd name="T6" fmla="*/ 144 w 145"/>
                <a:gd name="T7" fmla="*/ 155 h 156"/>
                <a:gd name="T8" fmla="*/ 0 w 145"/>
                <a:gd name="T9" fmla="*/ 155 h 15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45"/>
                <a:gd name="T16" fmla="*/ 0 h 156"/>
                <a:gd name="T17" fmla="*/ 145 w 145"/>
                <a:gd name="T18" fmla="*/ 156 h 15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45" h="156">
                  <a:moveTo>
                    <a:pt x="0" y="155"/>
                  </a:moveTo>
                  <a:lnTo>
                    <a:pt x="0" y="0"/>
                  </a:lnTo>
                  <a:lnTo>
                    <a:pt x="144" y="0"/>
                  </a:lnTo>
                  <a:lnTo>
                    <a:pt x="144" y="155"/>
                  </a:lnTo>
                  <a:lnTo>
                    <a:pt x="0" y="155"/>
                  </a:lnTo>
                </a:path>
              </a:pathLst>
            </a:custGeom>
            <a:solidFill>
              <a:srgbClr val="C0FEF9"/>
            </a:solidFill>
            <a:ln w="12700" cap="rnd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7486" name="Freeform 21"/>
            <p:cNvSpPr>
              <a:spLocks/>
            </p:cNvSpPr>
            <p:nvPr/>
          </p:nvSpPr>
          <p:spPr bwMode="auto">
            <a:xfrm>
              <a:off x="4307" y="2962"/>
              <a:ext cx="144" cy="156"/>
            </a:xfrm>
            <a:custGeom>
              <a:avLst/>
              <a:gdLst>
                <a:gd name="T0" fmla="*/ 0 w 144"/>
                <a:gd name="T1" fmla="*/ 155 h 156"/>
                <a:gd name="T2" fmla="*/ 0 w 144"/>
                <a:gd name="T3" fmla="*/ 0 h 156"/>
                <a:gd name="T4" fmla="*/ 143 w 144"/>
                <a:gd name="T5" fmla="*/ 0 h 156"/>
                <a:gd name="T6" fmla="*/ 143 w 144"/>
                <a:gd name="T7" fmla="*/ 155 h 156"/>
                <a:gd name="T8" fmla="*/ 0 w 144"/>
                <a:gd name="T9" fmla="*/ 155 h 15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44"/>
                <a:gd name="T16" fmla="*/ 0 h 156"/>
                <a:gd name="T17" fmla="*/ 144 w 144"/>
                <a:gd name="T18" fmla="*/ 156 h 15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44" h="156">
                  <a:moveTo>
                    <a:pt x="0" y="155"/>
                  </a:moveTo>
                  <a:lnTo>
                    <a:pt x="0" y="0"/>
                  </a:lnTo>
                  <a:lnTo>
                    <a:pt x="143" y="0"/>
                  </a:lnTo>
                  <a:lnTo>
                    <a:pt x="143" y="155"/>
                  </a:lnTo>
                  <a:lnTo>
                    <a:pt x="0" y="155"/>
                  </a:lnTo>
                </a:path>
              </a:pathLst>
            </a:custGeom>
            <a:solidFill>
              <a:srgbClr val="C0FEF9"/>
            </a:solidFill>
            <a:ln w="12700" cap="rnd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7487" name="Freeform 22"/>
            <p:cNvSpPr>
              <a:spLocks/>
            </p:cNvSpPr>
            <p:nvPr/>
          </p:nvSpPr>
          <p:spPr bwMode="auto">
            <a:xfrm>
              <a:off x="3961" y="3028"/>
              <a:ext cx="25" cy="36"/>
            </a:xfrm>
            <a:custGeom>
              <a:avLst/>
              <a:gdLst>
                <a:gd name="T0" fmla="*/ 24 w 25"/>
                <a:gd name="T1" fmla="*/ 18 h 36"/>
                <a:gd name="T2" fmla="*/ 11 w 25"/>
                <a:gd name="T3" fmla="*/ 0 h 36"/>
                <a:gd name="T4" fmla="*/ 0 w 25"/>
                <a:gd name="T5" fmla="*/ 18 h 36"/>
                <a:gd name="T6" fmla="*/ 11 w 25"/>
                <a:gd name="T7" fmla="*/ 35 h 36"/>
                <a:gd name="T8" fmla="*/ 24 w 25"/>
                <a:gd name="T9" fmla="*/ 18 h 3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5"/>
                <a:gd name="T16" fmla="*/ 0 h 36"/>
                <a:gd name="T17" fmla="*/ 25 w 25"/>
                <a:gd name="T18" fmla="*/ 36 h 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5" h="36">
                  <a:moveTo>
                    <a:pt x="24" y="18"/>
                  </a:moveTo>
                  <a:lnTo>
                    <a:pt x="11" y="0"/>
                  </a:lnTo>
                  <a:lnTo>
                    <a:pt x="0" y="18"/>
                  </a:lnTo>
                  <a:lnTo>
                    <a:pt x="11" y="35"/>
                  </a:lnTo>
                  <a:lnTo>
                    <a:pt x="24" y="18"/>
                  </a:lnTo>
                </a:path>
              </a:pathLst>
            </a:custGeom>
            <a:solidFill>
              <a:srgbClr val="C0FEF9"/>
            </a:solidFill>
            <a:ln w="12700" cap="rnd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7488" name="Freeform 23"/>
            <p:cNvSpPr>
              <a:spLocks/>
            </p:cNvSpPr>
            <p:nvPr/>
          </p:nvSpPr>
          <p:spPr bwMode="auto">
            <a:xfrm>
              <a:off x="4045" y="3028"/>
              <a:ext cx="24" cy="36"/>
            </a:xfrm>
            <a:custGeom>
              <a:avLst/>
              <a:gdLst>
                <a:gd name="T0" fmla="*/ 23 w 24"/>
                <a:gd name="T1" fmla="*/ 18 h 36"/>
                <a:gd name="T2" fmla="*/ 11 w 24"/>
                <a:gd name="T3" fmla="*/ 0 h 36"/>
                <a:gd name="T4" fmla="*/ 0 w 24"/>
                <a:gd name="T5" fmla="*/ 18 h 36"/>
                <a:gd name="T6" fmla="*/ 11 w 24"/>
                <a:gd name="T7" fmla="*/ 35 h 36"/>
                <a:gd name="T8" fmla="*/ 23 w 24"/>
                <a:gd name="T9" fmla="*/ 18 h 3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4"/>
                <a:gd name="T16" fmla="*/ 0 h 36"/>
                <a:gd name="T17" fmla="*/ 24 w 24"/>
                <a:gd name="T18" fmla="*/ 36 h 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4" h="36">
                  <a:moveTo>
                    <a:pt x="23" y="18"/>
                  </a:moveTo>
                  <a:lnTo>
                    <a:pt x="11" y="0"/>
                  </a:lnTo>
                  <a:lnTo>
                    <a:pt x="0" y="18"/>
                  </a:lnTo>
                  <a:lnTo>
                    <a:pt x="11" y="35"/>
                  </a:lnTo>
                  <a:lnTo>
                    <a:pt x="23" y="18"/>
                  </a:lnTo>
                </a:path>
              </a:pathLst>
            </a:custGeom>
            <a:solidFill>
              <a:srgbClr val="C0FEF9"/>
            </a:solidFill>
            <a:ln w="12700" cap="rnd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7489" name="Freeform 24"/>
            <p:cNvSpPr>
              <a:spLocks/>
            </p:cNvSpPr>
            <p:nvPr/>
          </p:nvSpPr>
          <p:spPr bwMode="auto">
            <a:xfrm>
              <a:off x="4134" y="3028"/>
              <a:ext cx="25" cy="36"/>
            </a:xfrm>
            <a:custGeom>
              <a:avLst/>
              <a:gdLst>
                <a:gd name="T0" fmla="*/ 24 w 25"/>
                <a:gd name="T1" fmla="*/ 18 h 36"/>
                <a:gd name="T2" fmla="*/ 11 w 25"/>
                <a:gd name="T3" fmla="*/ 0 h 36"/>
                <a:gd name="T4" fmla="*/ 0 w 25"/>
                <a:gd name="T5" fmla="*/ 18 h 36"/>
                <a:gd name="T6" fmla="*/ 11 w 25"/>
                <a:gd name="T7" fmla="*/ 35 h 36"/>
                <a:gd name="T8" fmla="*/ 24 w 25"/>
                <a:gd name="T9" fmla="*/ 18 h 3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5"/>
                <a:gd name="T16" fmla="*/ 0 h 36"/>
                <a:gd name="T17" fmla="*/ 25 w 25"/>
                <a:gd name="T18" fmla="*/ 36 h 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5" h="36">
                  <a:moveTo>
                    <a:pt x="24" y="18"/>
                  </a:moveTo>
                  <a:lnTo>
                    <a:pt x="11" y="0"/>
                  </a:lnTo>
                  <a:lnTo>
                    <a:pt x="0" y="18"/>
                  </a:lnTo>
                  <a:lnTo>
                    <a:pt x="11" y="35"/>
                  </a:lnTo>
                  <a:lnTo>
                    <a:pt x="24" y="18"/>
                  </a:lnTo>
                </a:path>
              </a:pathLst>
            </a:custGeom>
            <a:solidFill>
              <a:srgbClr val="C0FEF9"/>
            </a:solidFill>
            <a:ln w="12700" cap="rnd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7490" name="Freeform 25"/>
            <p:cNvSpPr>
              <a:spLocks/>
            </p:cNvSpPr>
            <p:nvPr/>
          </p:nvSpPr>
          <p:spPr bwMode="auto">
            <a:xfrm>
              <a:off x="3408" y="2928"/>
              <a:ext cx="1102" cy="231"/>
            </a:xfrm>
            <a:custGeom>
              <a:avLst/>
              <a:gdLst>
                <a:gd name="T0" fmla="*/ 0 w 1102"/>
                <a:gd name="T1" fmla="*/ 230 h 231"/>
                <a:gd name="T2" fmla="*/ 0 w 1102"/>
                <a:gd name="T3" fmla="*/ 0 h 231"/>
                <a:gd name="T4" fmla="*/ 1101 w 1102"/>
                <a:gd name="T5" fmla="*/ 0 h 231"/>
                <a:gd name="T6" fmla="*/ 1101 w 1102"/>
                <a:gd name="T7" fmla="*/ 230 h 231"/>
                <a:gd name="T8" fmla="*/ 0 w 1102"/>
                <a:gd name="T9" fmla="*/ 230 h 23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102"/>
                <a:gd name="T16" fmla="*/ 0 h 231"/>
                <a:gd name="T17" fmla="*/ 1102 w 1102"/>
                <a:gd name="T18" fmla="*/ 231 h 231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102" h="231">
                  <a:moveTo>
                    <a:pt x="0" y="230"/>
                  </a:moveTo>
                  <a:lnTo>
                    <a:pt x="0" y="0"/>
                  </a:lnTo>
                  <a:lnTo>
                    <a:pt x="1101" y="0"/>
                  </a:lnTo>
                  <a:lnTo>
                    <a:pt x="1101" y="230"/>
                  </a:lnTo>
                  <a:lnTo>
                    <a:pt x="0" y="230"/>
                  </a:lnTo>
                </a:path>
              </a:pathLst>
            </a:custGeom>
            <a:noFill/>
            <a:ln w="12700" cap="rnd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491" name="Freeform 26"/>
            <p:cNvSpPr>
              <a:spLocks/>
            </p:cNvSpPr>
            <p:nvPr/>
          </p:nvSpPr>
          <p:spPr bwMode="auto">
            <a:xfrm>
              <a:off x="4265" y="3414"/>
              <a:ext cx="145" cy="156"/>
            </a:xfrm>
            <a:custGeom>
              <a:avLst/>
              <a:gdLst>
                <a:gd name="T0" fmla="*/ 0 w 145"/>
                <a:gd name="T1" fmla="*/ 155 h 156"/>
                <a:gd name="T2" fmla="*/ 0 w 145"/>
                <a:gd name="T3" fmla="*/ 0 h 156"/>
                <a:gd name="T4" fmla="*/ 144 w 145"/>
                <a:gd name="T5" fmla="*/ 0 h 156"/>
                <a:gd name="T6" fmla="*/ 144 w 145"/>
                <a:gd name="T7" fmla="*/ 155 h 156"/>
                <a:gd name="T8" fmla="*/ 0 w 145"/>
                <a:gd name="T9" fmla="*/ 155 h 15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45"/>
                <a:gd name="T16" fmla="*/ 0 h 156"/>
                <a:gd name="T17" fmla="*/ 145 w 145"/>
                <a:gd name="T18" fmla="*/ 156 h 15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45" h="156">
                  <a:moveTo>
                    <a:pt x="0" y="155"/>
                  </a:moveTo>
                  <a:lnTo>
                    <a:pt x="0" y="0"/>
                  </a:lnTo>
                  <a:lnTo>
                    <a:pt x="144" y="0"/>
                  </a:lnTo>
                  <a:lnTo>
                    <a:pt x="144" y="155"/>
                  </a:lnTo>
                  <a:lnTo>
                    <a:pt x="0" y="155"/>
                  </a:lnTo>
                </a:path>
              </a:pathLst>
            </a:custGeom>
            <a:solidFill>
              <a:schemeClr val="accent1"/>
            </a:solidFill>
            <a:ln w="12700" cap="rnd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7492" name="Freeform 27"/>
            <p:cNvSpPr>
              <a:spLocks/>
            </p:cNvSpPr>
            <p:nvPr/>
          </p:nvSpPr>
          <p:spPr bwMode="auto">
            <a:xfrm>
              <a:off x="3227" y="2496"/>
              <a:ext cx="1526" cy="1393"/>
            </a:xfrm>
            <a:custGeom>
              <a:avLst/>
              <a:gdLst>
                <a:gd name="T0" fmla="*/ 0 w 1526"/>
                <a:gd name="T1" fmla="*/ 1392 h 1393"/>
                <a:gd name="T2" fmla="*/ 0 w 1526"/>
                <a:gd name="T3" fmla="*/ 0 h 1393"/>
                <a:gd name="T4" fmla="*/ 1525 w 1526"/>
                <a:gd name="T5" fmla="*/ 0 h 1393"/>
                <a:gd name="T6" fmla="*/ 1525 w 1526"/>
                <a:gd name="T7" fmla="*/ 1392 h 1393"/>
                <a:gd name="T8" fmla="*/ 0 w 1526"/>
                <a:gd name="T9" fmla="*/ 1392 h 139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526"/>
                <a:gd name="T16" fmla="*/ 0 h 1393"/>
                <a:gd name="T17" fmla="*/ 1526 w 1526"/>
                <a:gd name="T18" fmla="*/ 1393 h 1393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526" h="1393">
                  <a:moveTo>
                    <a:pt x="0" y="1392"/>
                  </a:moveTo>
                  <a:lnTo>
                    <a:pt x="0" y="0"/>
                  </a:lnTo>
                  <a:lnTo>
                    <a:pt x="1525" y="0"/>
                  </a:lnTo>
                  <a:lnTo>
                    <a:pt x="1525" y="1392"/>
                  </a:lnTo>
                  <a:lnTo>
                    <a:pt x="0" y="1392"/>
                  </a:lnTo>
                </a:path>
              </a:pathLst>
            </a:custGeom>
            <a:noFill/>
            <a:ln w="12700" cap="rnd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grpSp>
          <p:nvGrpSpPr>
            <p:cNvPr id="17493" name="Group 28"/>
            <p:cNvGrpSpPr>
              <a:grpSpLocks/>
            </p:cNvGrpSpPr>
            <p:nvPr/>
          </p:nvGrpSpPr>
          <p:grpSpPr bwMode="auto">
            <a:xfrm>
              <a:off x="5095" y="2868"/>
              <a:ext cx="197" cy="862"/>
              <a:chOff x="5095" y="2868"/>
              <a:chExt cx="197" cy="862"/>
            </a:xfrm>
          </p:grpSpPr>
          <p:sp>
            <p:nvSpPr>
              <p:cNvPr id="17517" name="Freeform 29"/>
              <p:cNvSpPr>
                <a:spLocks/>
              </p:cNvSpPr>
              <p:nvPr/>
            </p:nvSpPr>
            <p:spPr bwMode="auto">
              <a:xfrm>
                <a:off x="5095" y="3396"/>
                <a:ext cx="25" cy="37"/>
              </a:xfrm>
              <a:custGeom>
                <a:avLst/>
                <a:gdLst>
                  <a:gd name="T0" fmla="*/ 24 w 25"/>
                  <a:gd name="T1" fmla="*/ 18 h 37"/>
                  <a:gd name="T2" fmla="*/ 12 w 25"/>
                  <a:gd name="T3" fmla="*/ 0 h 37"/>
                  <a:gd name="T4" fmla="*/ 0 w 25"/>
                  <a:gd name="T5" fmla="*/ 18 h 37"/>
                  <a:gd name="T6" fmla="*/ 12 w 25"/>
                  <a:gd name="T7" fmla="*/ 36 h 37"/>
                  <a:gd name="T8" fmla="*/ 24 w 25"/>
                  <a:gd name="T9" fmla="*/ 18 h 3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5"/>
                  <a:gd name="T16" fmla="*/ 0 h 37"/>
                  <a:gd name="T17" fmla="*/ 25 w 25"/>
                  <a:gd name="T18" fmla="*/ 37 h 37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5" h="37">
                    <a:moveTo>
                      <a:pt x="24" y="18"/>
                    </a:moveTo>
                    <a:lnTo>
                      <a:pt x="12" y="0"/>
                    </a:lnTo>
                    <a:lnTo>
                      <a:pt x="0" y="18"/>
                    </a:lnTo>
                    <a:lnTo>
                      <a:pt x="12" y="36"/>
                    </a:lnTo>
                    <a:lnTo>
                      <a:pt x="24" y="18"/>
                    </a:lnTo>
                  </a:path>
                </a:pathLst>
              </a:custGeom>
              <a:solidFill>
                <a:schemeClr val="accent1"/>
              </a:solidFill>
              <a:ln w="12700" cap="rnd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518" name="Freeform 30"/>
              <p:cNvSpPr>
                <a:spLocks/>
              </p:cNvSpPr>
              <p:nvPr/>
            </p:nvSpPr>
            <p:spPr bwMode="auto">
              <a:xfrm>
                <a:off x="5178" y="3396"/>
                <a:ext cx="25" cy="37"/>
              </a:xfrm>
              <a:custGeom>
                <a:avLst/>
                <a:gdLst>
                  <a:gd name="T0" fmla="*/ 24 w 25"/>
                  <a:gd name="T1" fmla="*/ 18 h 37"/>
                  <a:gd name="T2" fmla="*/ 12 w 25"/>
                  <a:gd name="T3" fmla="*/ 0 h 37"/>
                  <a:gd name="T4" fmla="*/ 0 w 25"/>
                  <a:gd name="T5" fmla="*/ 18 h 37"/>
                  <a:gd name="T6" fmla="*/ 12 w 25"/>
                  <a:gd name="T7" fmla="*/ 36 h 37"/>
                  <a:gd name="T8" fmla="*/ 24 w 25"/>
                  <a:gd name="T9" fmla="*/ 18 h 3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5"/>
                  <a:gd name="T16" fmla="*/ 0 h 37"/>
                  <a:gd name="T17" fmla="*/ 25 w 25"/>
                  <a:gd name="T18" fmla="*/ 37 h 37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5" h="37">
                    <a:moveTo>
                      <a:pt x="24" y="18"/>
                    </a:moveTo>
                    <a:lnTo>
                      <a:pt x="12" y="0"/>
                    </a:lnTo>
                    <a:lnTo>
                      <a:pt x="0" y="18"/>
                    </a:lnTo>
                    <a:lnTo>
                      <a:pt x="12" y="36"/>
                    </a:lnTo>
                    <a:lnTo>
                      <a:pt x="24" y="18"/>
                    </a:lnTo>
                  </a:path>
                </a:pathLst>
              </a:custGeom>
              <a:solidFill>
                <a:schemeClr val="accent1"/>
              </a:solidFill>
              <a:ln w="12700" cap="rnd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519" name="Freeform 31"/>
              <p:cNvSpPr>
                <a:spLocks/>
              </p:cNvSpPr>
              <p:nvPr/>
            </p:nvSpPr>
            <p:spPr bwMode="auto">
              <a:xfrm>
                <a:off x="5268" y="3396"/>
                <a:ext cx="24" cy="37"/>
              </a:xfrm>
              <a:custGeom>
                <a:avLst/>
                <a:gdLst>
                  <a:gd name="T0" fmla="*/ 23 w 24"/>
                  <a:gd name="T1" fmla="*/ 18 h 37"/>
                  <a:gd name="T2" fmla="*/ 12 w 24"/>
                  <a:gd name="T3" fmla="*/ 0 h 37"/>
                  <a:gd name="T4" fmla="*/ 0 w 24"/>
                  <a:gd name="T5" fmla="*/ 18 h 37"/>
                  <a:gd name="T6" fmla="*/ 12 w 24"/>
                  <a:gd name="T7" fmla="*/ 36 h 37"/>
                  <a:gd name="T8" fmla="*/ 23 w 24"/>
                  <a:gd name="T9" fmla="*/ 18 h 3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4"/>
                  <a:gd name="T16" fmla="*/ 0 h 37"/>
                  <a:gd name="T17" fmla="*/ 24 w 24"/>
                  <a:gd name="T18" fmla="*/ 37 h 37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4" h="37">
                    <a:moveTo>
                      <a:pt x="23" y="18"/>
                    </a:moveTo>
                    <a:lnTo>
                      <a:pt x="12" y="0"/>
                    </a:lnTo>
                    <a:lnTo>
                      <a:pt x="0" y="18"/>
                    </a:lnTo>
                    <a:lnTo>
                      <a:pt x="12" y="36"/>
                    </a:lnTo>
                    <a:lnTo>
                      <a:pt x="23" y="18"/>
                    </a:lnTo>
                  </a:path>
                </a:pathLst>
              </a:custGeom>
              <a:solidFill>
                <a:schemeClr val="accent1"/>
              </a:solidFill>
              <a:ln w="12700" cap="rnd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520" name="Freeform 32"/>
              <p:cNvSpPr>
                <a:spLocks/>
              </p:cNvSpPr>
              <p:nvPr/>
            </p:nvSpPr>
            <p:spPr bwMode="auto">
              <a:xfrm>
                <a:off x="5131" y="2868"/>
                <a:ext cx="144" cy="155"/>
              </a:xfrm>
              <a:custGeom>
                <a:avLst/>
                <a:gdLst>
                  <a:gd name="T0" fmla="*/ 0 w 144"/>
                  <a:gd name="T1" fmla="*/ 154 h 155"/>
                  <a:gd name="T2" fmla="*/ 0 w 144"/>
                  <a:gd name="T3" fmla="*/ 0 h 155"/>
                  <a:gd name="T4" fmla="*/ 143 w 144"/>
                  <a:gd name="T5" fmla="*/ 0 h 155"/>
                  <a:gd name="T6" fmla="*/ 143 w 144"/>
                  <a:gd name="T7" fmla="*/ 154 h 155"/>
                  <a:gd name="T8" fmla="*/ 0 w 144"/>
                  <a:gd name="T9" fmla="*/ 154 h 15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44"/>
                  <a:gd name="T16" fmla="*/ 0 h 155"/>
                  <a:gd name="T17" fmla="*/ 144 w 144"/>
                  <a:gd name="T18" fmla="*/ 155 h 155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44" h="155">
                    <a:moveTo>
                      <a:pt x="0" y="154"/>
                    </a:moveTo>
                    <a:lnTo>
                      <a:pt x="0" y="0"/>
                    </a:lnTo>
                    <a:lnTo>
                      <a:pt x="143" y="0"/>
                    </a:lnTo>
                    <a:lnTo>
                      <a:pt x="143" y="154"/>
                    </a:lnTo>
                    <a:lnTo>
                      <a:pt x="0" y="154"/>
                    </a:lnTo>
                  </a:path>
                </a:pathLst>
              </a:custGeom>
              <a:solidFill>
                <a:schemeClr val="accent1"/>
              </a:solidFill>
              <a:ln w="12700" cap="rnd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521" name="Freeform 33"/>
              <p:cNvSpPr>
                <a:spLocks/>
              </p:cNvSpPr>
              <p:nvPr/>
            </p:nvSpPr>
            <p:spPr bwMode="auto">
              <a:xfrm>
                <a:off x="5131" y="3093"/>
                <a:ext cx="144" cy="156"/>
              </a:xfrm>
              <a:custGeom>
                <a:avLst/>
                <a:gdLst>
                  <a:gd name="T0" fmla="*/ 0 w 144"/>
                  <a:gd name="T1" fmla="*/ 155 h 156"/>
                  <a:gd name="T2" fmla="*/ 0 w 144"/>
                  <a:gd name="T3" fmla="*/ 0 h 156"/>
                  <a:gd name="T4" fmla="*/ 143 w 144"/>
                  <a:gd name="T5" fmla="*/ 0 h 156"/>
                  <a:gd name="T6" fmla="*/ 143 w 144"/>
                  <a:gd name="T7" fmla="*/ 155 h 156"/>
                  <a:gd name="T8" fmla="*/ 0 w 144"/>
                  <a:gd name="T9" fmla="*/ 155 h 15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44"/>
                  <a:gd name="T16" fmla="*/ 0 h 156"/>
                  <a:gd name="T17" fmla="*/ 144 w 144"/>
                  <a:gd name="T18" fmla="*/ 156 h 15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44" h="156">
                    <a:moveTo>
                      <a:pt x="0" y="155"/>
                    </a:moveTo>
                    <a:lnTo>
                      <a:pt x="0" y="0"/>
                    </a:lnTo>
                    <a:lnTo>
                      <a:pt x="143" y="0"/>
                    </a:lnTo>
                    <a:lnTo>
                      <a:pt x="143" y="155"/>
                    </a:lnTo>
                    <a:lnTo>
                      <a:pt x="0" y="155"/>
                    </a:lnTo>
                  </a:path>
                </a:pathLst>
              </a:custGeom>
              <a:solidFill>
                <a:schemeClr val="accent1"/>
              </a:solidFill>
              <a:ln w="12700" cap="rnd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522" name="Freeform 34"/>
              <p:cNvSpPr>
                <a:spLocks/>
              </p:cNvSpPr>
              <p:nvPr/>
            </p:nvSpPr>
            <p:spPr bwMode="auto">
              <a:xfrm>
                <a:off x="5131" y="3575"/>
                <a:ext cx="144" cy="155"/>
              </a:xfrm>
              <a:custGeom>
                <a:avLst/>
                <a:gdLst>
                  <a:gd name="T0" fmla="*/ 0 w 144"/>
                  <a:gd name="T1" fmla="*/ 154 h 155"/>
                  <a:gd name="T2" fmla="*/ 0 w 144"/>
                  <a:gd name="T3" fmla="*/ 0 h 155"/>
                  <a:gd name="T4" fmla="*/ 143 w 144"/>
                  <a:gd name="T5" fmla="*/ 0 h 155"/>
                  <a:gd name="T6" fmla="*/ 143 w 144"/>
                  <a:gd name="T7" fmla="*/ 154 h 155"/>
                  <a:gd name="T8" fmla="*/ 0 w 144"/>
                  <a:gd name="T9" fmla="*/ 154 h 15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44"/>
                  <a:gd name="T16" fmla="*/ 0 h 155"/>
                  <a:gd name="T17" fmla="*/ 144 w 144"/>
                  <a:gd name="T18" fmla="*/ 155 h 155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44" h="155">
                    <a:moveTo>
                      <a:pt x="0" y="154"/>
                    </a:moveTo>
                    <a:lnTo>
                      <a:pt x="0" y="0"/>
                    </a:lnTo>
                    <a:lnTo>
                      <a:pt x="143" y="0"/>
                    </a:lnTo>
                    <a:lnTo>
                      <a:pt x="143" y="154"/>
                    </a:lnTo>
                    <a:lnTo>
                      <a:pt x="0" y="154"/>
                    </a:lnTo>
                  </a:path>
                </a:pathLst>
              </a:custGeom>
              <a:solidFill>
                <a:schemeClr val="accent1"/>
              </a:solidFill>
              <a:ln w="12700" cap="rnd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17494" name="Rectangle 35"/>
            <p:cNvSpPr>
              <a:spLocks noChangeArrowheads="1"/>
            </p:cNvSpPr>
            <p:nvPr/>
          </p:nvSpPr>
          <p:spPr bwMode="auto">
            <a:xfrm>
              <a:off x="3195" y="3882"/>
              <a:ext cx="1417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pPr eaLnBrk="0" hangingPunct="0"/>
              <a:r>
                <a:rPr lang="en-US" sz="1800" b="1" dirty="0">
                  <a:solidFill>
                    <a:schemeClr val="tx2"/>
                  </a:solidFill>
                  <a:latin typeface="Times New Roman" pitchFamily="18" charset="0"/>
                </a:rPr>
                <a:t>      B </a:t>
              </a:r>
              <a:r>
                <a:rPr lang="en-US" sz="1800" b="1" dirty="0" err="1">
                  <a:solidFill>
                    <a:schemeClr val="tx2"/>
                  </a:solidFill>
                  <a:latin typeface="Times New Roman" pitchFamily="18" charset="0"/>
                </a:rPr>
                <a:t>pagini</a:t>
              </a:r>
              <a:r>
                <a:rPr lang="en-US" sz="1800" b="1" dirty="0">
                  <a:solidFill>
                    <a:schemeClr val="tx2"/>
                  </a:solidFill>
                  <a:latin typeface="Times New Roman" pitchFamily="18" charset="0"/>
                </a:rPr>
                <a:t> in </a:t>
              </a:r>
              <a:r>
                <a:rPr lang="en-US" sz="1800" b="1" i="1" dirty="0">
                  <a:solidFill>
                    <a:schemeClr val="tx2"/>
                  </a:solidFill>
                  <a:latin typeface="Times New Roman" pitchFamily="18" charset="0"/>
                </a:rPr>
                <a:t>buffer</a:t>
              </a:r>
            </a:p>
          </p:txBody>
        </p:sp>
        <p:sp>
          <p:nvSpPr>
            <p:cNvPr id="17495" name="Rectangle 36"/>
            <p:cNvSpPr>
              <a:spLocks noChangeArrowheads="1"/>
            </p:cNvSpPr>
            <p:nvPr/>
          </p:nvSpPr>
          <p:spPr bwMode="auto">
            <a:xfrm>
              <a:off x="2319" y="3917"/>
              <a:ext cx="394" cy="22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pPr eaLnBrk="0" hangingPunct="0"/>
              <a:r>
                <a:rPr lang="en-US" sz="1800" b="1" dirty="0">
                  <a:solidFill>
                    <a:schemeClr val="tx2"/>
                  </a:solidFill>
                  <a:latin typeface="Times New Roman" pitchFamily="18" charset="0"/>
                </a:rPr>
                <a:t>Disc</a:t>
              </a:r>
            </a:p>
          </p:txBody>
        </p:sp>
        <p:sp>
          <p:nvSpPr>
            <p:cNvPr id="17496" name="Rectangle 37"/>
            <p:cNvSpPr>
              <a:spLocks noChangeArrowheads="1"/>
            </p:cNvSpPr>
            <p:nvPr/>
          </p:nvSpPr>
          <p:spPr bwMode="auto">
            <a:xfrm>
              <a:off x="4127" y="3546"/>
              <a:ext cx="494" cy="32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pPr eaLnBrk="0" hangingPunct="0"/>
              <a:r>
                <a:rPr lang="en-US" sz="1400" b="1" dirty="0">
                  <a:solidFill>
                    <a:schemeClr val="tx2"/>
                  </a:solidFill>
                  <a:latin typeface="Times New Roman" pitchFamily="18" charset="0"/>
                </a:rPr>
                <a:t>Output </a:t>
              </a:r>
            </a:p>
            <a:p>
              <a:pPr eaLnBrk="0" hangingPunct="0"/>
              <a:r>
                <a:rPr lang="en-US" sz="1400" b="1" dirty="0">
                  <a:solidFill>
                    <a:schemeClr val="tx2"/>
                  </a:solidFill>
                  <a:latin typeface="Times New Roman" pitchFamily="18" charset="0"/>
                </a:rPr>
                <a:t> </a:t>
              </a:r>
            </a:p>
          </p:txBody>
        </p:sp>
        <p:sp>
          <p:nvSpPr>
            <p:cNvPr id="17497" name="Rectangle 38"/>
            <p:cNvSpPr>
              <a:spLocks noChangeArrowheads="1"/>
            </p:cNvSpPr>
            <p:nvPr/>
          </p:nvSpPr>
          <p:spPr bwMode="auto">
            <a:xfrm>
              <a:off x="4998" y="3882"/>
              <a:ext cx="394" cy="22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pPr eaLnBrk="0" hangingPunct="0"/>
              <a:r>
                <a:rPr lang="en-US" sz="1800" b="1" dirty="0">
                  <a:solidFill>
                    <a:schemeClr val="tx2"/>
                  </a:solidFill>
                  <a:latin typeface="Times New Roman" pitchFamily="18" charset="0"/>
                </a:rPr>
                <a:t>Disc</a:t>
              </a:r>
            </a:p>
          </p:txBody>
        </p:sp>
        <p:sp>
          <p:nvSpPr>
            <p:cNvPr id="17498" name="Rectangle 39"/>
            <p:cNvSpPr>
              <a:spLocks noChangeArrowheads="1"/>
            </p:cNvSpPr>
            <p:nvPr/>
          </p:nvSpPr>
          <p:spPr bwMode="auto">
            <a:xfrm>
              <a:off x="4806" y="2352"/>
              <a:ext cx="943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pPr eaLnBrk="0" hangingPunct="0"/>
              <a:r>
                <a:rPr lang="en-US" sz="1800" b="1" dirty="0" err="1">
                  <a:solidFill>
                    <a:schemeClr val="tx2"/>
                  </a:solidFill>
                  <a:latin typeface="Times New Roman" pitchFamily="18" charset="0"/>
                </a:rPr>
                <a:t>Rezultat</a:t>
              </a:r>
              <a:r>
                <a:rPr lang="en-US" sz="1800" b="1" dirty="0">
                  <a:solidFill>
                    <a:schemeClr val="tx2"/>
                  </a:solidFill>
                  <a:latin typeface="Times New Roman" pitchFamily="18" charset="0"/>
                </a:rPr>
                <a:t> Join</a:t>
              </a:r>
            </a:p>
          </p:txBody>
        </p:sp>
        <p:sp>
          <p:nvSpPr>
            <p:cNvPr id="17499" name="Rectangle 40"/>
            <p:cNvSpPr>
              <a:spLocks noChangeArrowheads="1"/>
            </p:cNvSpPr>
            <p:nvPr/>
          </p:nvSpPr>
          <p:spPr bwMode="auto">
            <a:xfrm>
              <a:off x="2833" y="2706"/>
              <a:ext cx="374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pPr eaLnBrk="0" hangingPunct="0"/>
              <a:r>
                <a:rPr lang="en-US" sz="1600" b="1">
                  <a:solidFill>
                    <a:schemeClr val="tx2"/>
                  </a:solidFill>
                  <a:latin typeface="Times New Roman" pitchFamily="18" charset="0"/>
                </a:rPr>
                <a:t>hash</a:t>
              </a:r>
            </a:p>
          </p:txBody>
        </p:sp>
        <p:sp>
          <p:nvSpPr>
            <p:cNvPr id="17500" name="Rectangle 41"/>
            <p:cNvSpPr>
              <a:spLocks noChangeArrowheads="1"/>
            </p:cNvSpPr>
            <p:nvPr/>
          </p:nvSpPr>
          <p:spPr bwMode="auto">
            <a:xfrm>
              <a:off x="2862" y="2838"/>
              <a:ext cx="230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pPr eaLnBrk="0" hangingPunct="0"/>
              <a:r>
                <a:rPr lang="en-US" sz="1600" b="1">
                  <a:solidFill>
                    <a:schemeClr val="tx2"/>
                  </a:solidFill>
                  <a:latin typeface="Times New Roman" pitchFamily="18" charset="0"/>
                </a:rPr>
                <a:t>fn</a:t>
              </a:r>
            </a:p>
          </p:txBody>
        </p:sp>
        <p:sp>
          <p:nvSpPr>
            <p:cNvPr id="17501" name="Rectangle 42"/>
            <p:cNvSpPr>
              <a:spLocks noChangeArrowheads="1"/>
            </p:cNvSpPr>
            <p:nvPr/>
          </p:nvSpPr>
          <p:spPr bwMode="auto">
            <a:xfrm>
              <a:off x="2867" y="2968"/>
              <a:ext cx="269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pPr eaLnBrk="0" hangingPunct="0"/>
              <a:r>
                <a:rPr lang="en-US" sz="1800" b="1">
                  <a:solidFill>
                    <a:schemeClr val="folHlink"/>
                  </a:solidFill>
                  <a:latin typeface="Times New Roman" pitchFamily="18" charset="0"/>
                </a:rPr>
                <a:t>h2</a:t>
              </a:r>
            </a:p>
          </p:txBody>
        </p:sp>
        <p:sp>
          <p:nvSpPr>
            <p:cNvPr id="17502" name="Rectangle 43"/>
            <p:cNvSpPr>
              <a:spLocks noChangeArrowheads="1"/>
            </p:cNvSpPr>
            <p:nvPr/>
          </p:nvSpPr>
          <p:spPr bwMode="auto">
            <a:xfrm>
              <a:off x="3747" y="3264"/>
              <a:ext cx="251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pPr eaLnBrk="0" hangingPunct="0"/>
              <a:r>
                <a:rPr lang="en-US" sz="1600" b="1">
                  <a:solidFill>
                    <a:schemeClr val="folHlink"/>
                  </a:solidFill>
                  <a:latin typeface="Times New Roman" pitchFamily="18" charset="0"/>
                </a:rPr>
                <a:t>h2</a:t>
              </a:r>
            </a:p>
          </p:txBody>
        </p:sp>
        <p:grpSp>
          <p:nvGrpSpPr>
            <p:cNvPr id="17503" name="Group 44"/>
            <p:cNvGrpSpPr>
              <a:grpSpLocks/>
            </p:cNvGrpSpPr>
            <p:nvPr/>
          </p:nvGrpSpPr>
          <p:grpSpPr bwMode="auto">
            <a:xfrm>
              <a:off x="2161" y="2644"/>
              <a:ext cx="671" cy="1273"/>
              <a:chOff x="2161" y="2644"/>
              <a:chExt cx="671" cy="1273"/>
            </a:xfrm>
          </p:grpSpPr>
          <p:sp>
            <p:nvSpPr>
              <p:cNvPr id="17513" name="Oval 45"/>
              <p:cNvSpPr>
                <a:spLocks noChangeArrowheads="1"/>
              </p:cNvSpPr>
              <p:nvPr/>
            </p:nvSpPr>
            <p:spPr bwMode="auto">
              <a:xfrm>
                <a:off x="2165" y="2644"/>
                <a:ext cx="663" cy="88"/>
              </a:xfrm>
              <a:prstGeom prst="ellipse">
                <a:avLst/>
              </a:prstGeom>
              <a:noFill/>
              <a:ln w="12700">
                <a:solidFill>
                  <a:schemeClr val="tx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7514" name="Line 46"/>
              <p:cNvSpPr>
                <a:spLocks noChangeShapeType="1"/>
              </p:cNvSpPr>
              <p:nvPr/>
            </p:nvSpPr>
            <p:spPr bwMode="auto">
              <a:xfrm>
                <a:off x="2161" y="2692"/>
                <a:ext cx="0" cy="1144"/>
              </a:xfrm>
              <a:prstGeom prst="line">
                <a:avLst/>
              </a:prstGeom>
              <a:noFill/>
              <a:ln w="12700">
                <a:solidFill>
                  <a:schemeClr val="tx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515" name="Line 47"/>
              <p:cNvSpPr>
                <a:spLocks noChangeShapeType="1"/>
              </p:cNvSpPr>
              <p:nvPr/>
            </p:nvSpPr>
            <p:spPr bwMode="auto">
              <a:xfrm>
                <a:off x="2832" y="2692"/>
                <a:ext cx="0" cy="1144"/>
              </a:xfrm>
              <a:prstGeom prst="line">
                <a:avLst/>
              </a:prstGeom>
              <a:noFill/>
              <a:ln w="12700">
                <a:solidFill>
                  <a:schemeClr val="tx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516" name="Arc 48"/>
              <p:cNvSpPr>
                <a:spLocks/>
              </p:cNvSpPr>
              <p:nvPr/>
            </p:nvSpPr>
            <p:spPr bwMode="auto">
              <a:xfrm>
                <a:off x="2162" y="3843"/>
                <a:ext cx="663" cy="74"/>
              </a:xfrm>
              <a:custGeom>
                <a:avLst/>
                <a:gdLst>
                  <a:gd name="T0" fmla="*/ 0 w 43200"/>
                  <a:gd name="T1" fmla="*/ 0 h 22202"/>
                  <a:gd name="T2" fmla="*/ 0 w 43200"/>
                  <a:gd name="T3" fmla="*/ 0 h 22202"/>
                  <a:gd name="T4" fmla="*/ 0 w 43200"/>
                  <a:gd name="T5" fmla="*/ 0 h 22202"/>
                  <a:gd name="T6" fmla="*/ 0 60000 65536"/>
                  <a:gd name="T7" fmla="*/ 0 60000 65536"/>
                  <a:gd name="T8" fmla="*/ 0 60000 65536"/>
                  <a:gd name="T9" fmla="*/ 0 w 43200"/>
                  <a:gd name="T10" fmla="*/ 0 h 22202"/>
                  <a:gd name="T11" fmla="*/ 43200 w 43200"/>
                  <a:gd name="T12" fmla="*/ 22202 h 22202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43200" h="22202" fill="none" extrusionOk="0">
                    <a:moveTo>
                      <a:pt x="43191" y="0"/>
                    </a:moveTo>
                    <a:cubicBezTo>
                      <a:pt x="43197" y="200"/>
                      <a:pt x="43200" y="401"/>
                      <a:pt x="43200" y="602"/>
                    </a:cubicBezTo>
                    <a:cubicBezTo>
                      <a:pt x="43200" y="12531"/>
                      <a:pt x="33529" y="22202"/>
                      <a:pt x="21600" y="22202"/>
                    </a:cubicBezTo>
                    <a:cubicBezTo>
                      <a:pt x="9670" y="22202"/>
                      <a:pt x="0" y="12531"/>
                      <a:pt x="0" y="602"/>
                    </a:cubicBezTo>
                  </a:path>
                  <a:path w="43200" h="22202" stroke="0" extrusionOk="0">
                    <a:moveTo>
                      <a:pt x="43191" y="0"/>
                    </a:moveTo>
                    <a:cubicBezTo>
                      <a:pt x="43197" y="200"/>
                      <a:pt x="43200" y="401"/>
                      <a:pt x="43200" y="602"/>
                    </a:cubicBezTo>
                    <a:cubicBezTo>
                      <a:pt x="43200" y="12531"/>
                      <a:pt x="33529" y="22202"/>
                      <a:pt x="21600" y="22202"/>
                    </a:cubicBezTo>
                    <a:cubicBezTo>
                      <a:pt x="9670" y="22202"/>
                      <a:pt x="0" y="12531"/>
                      <a:pt x="0" y="602"/>
                    </a:cubicBezTo>
                    <a:lnTo>
                      <a:pt x="21600" y="602"/>
                    </a:lnTo>
                    <a:lnTo>
                      <a:pt x="43191" y="0"/>
                    </a:lnTo>
                    <a:close/>
                  </a:path>
                </a:pathLst>
              </a:custGeom>
              <a:noFill/>
              <a:ln w="12700" cap="rnd">
                <a:solidFill>
                  <a:schemeClr val="tx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17504" name="Group 49"/>
            <p:cNvGrpSpPr>
              <a:grpSpLocks/>
            </p:cNvGrpSpPr>
            <p:nvPr/>
          </p:nvGrpSpPr>
          <p:grpSpPr bwMode="auto">
            <a:xfrm>
              <a:off x="4944" y="2692"/>
              <a:ext cx="528" cy="1179"/>
              <a:chOff x="4944" y="2692"/>
              <a:chExt cx="528" cy="1179"/>
            </a:xfrm>
          </p:grpSpPr>
          <p:sp>
            <p:nvSpPr>
              <p:cNvPr id="17509" name="Oval 50"/>
              <p:cNvSpPr>
                <a:spLocks noChangeArrowheads="1"/>
              </p:cNvSpPr>
              <p:nvPr/>
            </p:nvSpPr>
            <p:spPr bwMode="auto">
              <a:xfrm>
                <a:off x="4948" y="2692"/>
                <a:ext cx="520" cy="81"/>
              </a:xfrm>
              <a:prstGeom prst="ellipse">
                <a:avLst/>
              </a:prstGeom>
              <a:noFill/>
              <a:ln w="12700">
                <a:solidFill>
                  <a:schemeClr val="tx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7510" name="Line 51"/>
              <p:cNvSpPr>
                <a:spLocks noChangeShapeType="1"/>
              </p:cNvSpPr>
              <p:nvPr/>
            </p:nvSpPr>
            <p:spPr bwMode="auto">
              <a:xfrm>
                <a:off x="4944" y="2736"/>
                <a:ext cx="0" cy="1058"/>
              </a:xfrm>
              <a:prstGeom prst="line">
                <a:avLst/>
              </a:prstGeom>
              <a:noFill/>
              <a:ln w="12700">
                <a:solidFill>
                  <a:schemeClr val="tx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511" name="Line 52"/>
              <p:cNvSpPr>
                <a:spLocks noChangeShapeType="1"/>
              </p:cNvSpPr>
              <p:nvPr/>
            </p:nvSpPr>
            <p:spPr bwMode="auto">
              <a:xfrm>
                <a:off x="5472" y="2736"/>
                <a:ext cx="0" cy="1058"/>
              </a:xfrm>
              <a:prstGeom prst="line">
                <a:avLst/>
              </a:prstGeom>
              <a:noFill/>
              <a:ln w="12700">
                <a:solidFill>
                  <a:schemeClr val="tx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512" name="Arc 53"/>
              <p:cNvSpPr>
                <a:spLocks/>
              </p:cNvSpPr>
              <p:nvPr/>
            </p:nvSpPr>
            <p:spPr bwMode="auto">
              <a:xfrm>
                <a:off x="4947" y="3800"/>
                <a:ext cx="520" cy="71"/>
              </a:xfrm>
              <a:custGeom>
                <a:avLst/>
                <a:gdLst>
                  <a:gd name="T0" fmla="*/ 0 w 43200"/>
                  <a:gd name="T1" fmla="*/ 0 h 22887"/>
                  <a:gd name="T2" fmla="*/ 0 w 43200"/>
                  <a:gd name="T3" fmla="*/ 0 h 22887"/>
                  <a:gd name="T4" fmla="*/ 0 w 43200"/>
                  <a:gd name="T5" fmla="*/ 0 h 22887"/>
                  <a:gd name="T6" fmla="*/ 0 60000 65536"/>
                  <a:gd name="T7" fmla="*/ 0 60000 65536"/>
                  <a:gd name="T8" fmla="*/ 0 60000 65536"/>
                  <a:gd name="T9" fmla="*/ 0 w 43200"/>
                  <a:gd name="T10" fmla="*/ 0 h 22887"/>
                  <a:gd name="T11" fmla="*/ 43200 w 43200"/>
                  <a:gd name="T12" fmla="*/ 22887 h 22887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43200" h="22887" fill="none" extrusionOk="0">
                    <a:moveTo>
                      <a:pt x="43178" y="316"/>
                    </a:moveTo>
                    <a:cubicBezTo>
                      <a:pt x="43192" y="640"/>
                      <a:pt x="43200" y="963"/>
                      <a:pt x="43200" y="1287"/>
                    </a:cubicBezTo>
                    <a:cubicBezTo>
                      <a:pt x="43200" y="13216"/>
                      <a:pt x="33529" y="22887"/>
                      <a:pt x="21600" y="22887"/>
                    </a:cubicBezTo>
                    <a:cubicBezTo>
                      <a:pt x="9670" y="22887"/>
                      <a:pt x="0" y="13216"/>
                      <a:pt x="0" y="1287"/>
                    </a:cubicBezTo>
                    <a:cubicBezTo>
                      <a:pt x="-1" y="857"/>
                      <a:pt x="12" y="428"/>
                      <a:pt x="38" y="0"/>
                    </a:cubicBezTo>
                  </a:path>
                  <a:path w="43200" h="22887" stroke="0" extrusionOk="0">
                    <a:moveTo>
                      <a:pt x="43178" y="316"/>
                    </a:moveTo>
                    <a:cubicBezTo>
                      <a:pt x="43192" y="640"/>
                      <a:pt x="43200" y="963"/>
                      <a:pt x="43200" y="1287"/>
                    </a:cubicBezTo>
                    <a:cubicBezTo>
                      <a:pt x="43200" y="13216"/>
                      <a:pt x="33529" y="22887"/>
                      <a:pt x="21600" y="22887"/>
                    </a:cubicBezTo>
                    <a:cubicBezTo>
                      <a:pt x="9670" y="22887"/>
                      <a:pt x="0" y="13216"/>
                      <a:pt x="0" y="1287"/>
                    </a:cubicBezTo>
                    <a:cubicBezTo>
                      <a:pt x="-1" y="857"/>
                      <a:pt x="12" y="428"/>
                      <a:pt x="38" y="0"/>
                    </a:cubicBezTo>
                    <a:lnTo>
                      <a:pt x="21600" y="1287"/>
                    </a:lnTo>
                    <a:lnTo>
                      <a:pt x="43178" y="316"/>
                    </a:lnTo>
                    <a:close/>
                  </a:path>
                </a:pathLst>
              </a:custGeom>
              <a:noFill/>
              <a:ln w="12700" cap="rnd">
                <a:solidFill>
                  <a:schemeClr val="tx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17505" name="Line 54"/>
            <p:cNvSpPr>
              <a:spLocks noChangeShapeType="1"/>
            </p:cNvSpPr>
            <p:nvPr/>
          </p:nvSpPr>
          <p:spPr bwMode="auto">
            <a:xfrm>
              <a:off x="2836" y="3168"/>
              <a:ext cx="568" cy="0"/>
            </a:xfrm>
            <a:prstGeom prst="line">
              <a:avLst/>
            </a:prstGeom>
            <a:noFill/>
            <a:ln w="12700">
              <a:solidFill>
                <a:schemeClr val="tx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506" name="Line 55"/>
            <p:cNvSpPr>
              <a:spLocks noChangeShapeType="1"/>
            </p:cNvSpPr>
            <p:nvPr/>
          </p:nvSpPr>
          <p:spPr bwMode="auto">
            <a:xfrm>
              <a:off x="2836" y="3504"/>
              <a:ext cx="664" cy="0"/>
            </a:xfrm>
            <a:prstGeom prst="line">
              <a:avLst/>
            </a:prstGeom>
            <a:noFill/>
            <a:ln w="12700">
              <a:solidFill>
                <a:schemeClr val="tx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507" name="Freeform 56"/>
            <p:cNvSpPr>
              <a:spLocks/>
            </p:cNvSpPr>
            <p:nvPr/>
          </p:nvSpPr>
          <p:spPr bwMode="auto">
            <a:xfrm>
              <a:off x="3600" y="3168"/>
              <a:ext cx="193" cy="289"/>
            </a:xfrm>
            <a:custGeom>
              <a:avLst/>
              <a:gdLst>
                <a:gd name="T0" fmla="*/ 0 w 193"/>
                <a:gd name="T1" fmla="*/ 288 h 289"/>
                <a:gd name="T2" fmla="*/ 192 w 193"/>
                <a:gd name="T3" fmla="*/ 173 h 289"/>
                <a:gd name="T4" fmla="*/ 188 w 193"/>
                <a:gd name="T5" fmla="*/ 145 h 289"/>
                <a:gd name="T6" fmla="*/ 0 w 193"/>
                <a:gd name="T7" fmla="*/ 115 h 289"/>
                <a:gd name="T8" fmla="*/ 192 w 193"/>
                <a:gd name="T9" fmla="*/ 0 h 28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93"/>
                <a:gd name="T16" fmla="*/ 0 h 289"/>
                <a:gd name="T17" fmla="*/ 193 w 193"/>
                <a:gd name="T18" fmla="*/ 289 h 28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93" h="289">
                  <a:moveTo>
                    <a:pt x="0" y="288"/>
                  </a:moveTo>
                  <a:lnTo>
                    <a:pt x="192" y="173"/>
                  </a:lnTo>
                  <a:lnTo>
                    <a:pt x="188" y="145"/>
                  </a:lnTo>
                  <a:lnTo>
                    <a:pt x="0" y="115"/>
                  </a:lnTo>
                  <a:lnTo>
                    <a:pt x="192" y="0"/>
                  </a:lnTo>
                </a:path>
              </a:pathLst>
            </a:custGeom>
            <a:noFill/>
            <a:ln w="12700" cap="rnd" cmpd="sng">
              <a:solidFill>
                <a:schemeClr val="tx2"/>
              </a:solidFill>
              <a:prstDash val="solid"/>
              <a:round/>
              <a:headEnd type="non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508" name="Line 57"/>
            <p:cNvSpPr>
              <a:spLocks noChangeShapeType="1"/>
            </p:cNvSpPr>
            <p:nvPr/>
          </p:nvSpPr>
          <p:spPr bwMode="auto">
            <a:xfrm>
              <a:off x="4420" y="3504"/>
              <a:ext cx="520" cy="0"/>
            </a:xfrm>
            <a:prstGeom prst="line">
              <a:avLst/>
            </a:prstGeom>
            <a:noFill/>
            <a:ln w="12700">
              <a:solidFill>
                <a:schemeClr val="tx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7415" name="Group 58"/>
          <p:cNvGrpSpPr>
            <a:grpSpLocks/>
          </p:cNvGrpSpPr>
          <p:nvPr/>
        </p:nvGrpSpPr>
        <p:grpSpPr bwMode="auto">
          <a:xfrm>
            <a:off x="5821364" y="304800"/>
            <a:ext cx="5740401" cy="2968625"/>
            <a:chOff x="2113" y="203"/>
            <a:chExt cx="3616" cy="1870"/>
          </a:xfrm>
        </p:grpSpPr>
        <p:sp>
          <p:nvSpPr>
            <p:cNvPr id="17418" name="Rectangle 59"/>
            <p:cNvSpPr>
              <a:spLocks noChangeArrowheads="1"/>
            </p:cNvSpPr>
            <p:nvPr/>
          </p:nvSpPr>
          <p:spPr bwMode="auto">
            <a:xfrm>
              <a:off x="2934" y="1830"/>
              <a:ext cx="1344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pPr eaLnBrk="0" hangingPunct="0"/>
              <a:r>
                <a:rPr lang="en-US" sz="1800" b="1" dirty="0">
                  <a:solidFill>
                    <a:schemeClr val="tx2"/>
                  </a:solidFill>
                  <a:latin typeface="Times New Roman" pitchFamily="18" charset="0"/>
                </a:rPr>
                <a:t>    B </a:t>
              </a:r>
              <a:r>
                <a:rPr lang="en-US" sz="1800" b="1" dirty="0" err="1">
                  <a:solidFill>
                    <a:schemeClr val="tx2"/>
                  </a:solidFill>
                  <a:latin typeface="Times New Roman" pitchFamily="18" charset="0"/>
                </a:rPr>
                <a:t>pagini</a:t>
              </a:r>
              <a:r>
                <a:rPr lang="en-US" sz="1800" b="1" dirty="0">
                  <a:solidFill>
                    <a:schemeClr val="tx2"/>
                  </a:solidFill>
                  <a:latin typeface="Times New Roman" pitchFamily="18" charset="0"/>
                </a:rPr>
                <a:t> in </a:t>
              </a:r>
              <a:r>
                <a:rPr lang="en-US" sz="1800" b="1" i="1" dirty="0">
                  <a:solidFill>
                    <a:schemeClr val="tx2"/>
                  </a:solidFill>
                  <a:latin typeface="Times New Roman" pitchFamily="18" charset="0"/>
                </a:rPr>
                <a:t>buffer</a:t>
              </a:r>
              <a:endParaRPr lang="en-US" sz="1800" b="1" dirty="0">
                <a:solidFill>
                  <a:schemeClr val="tx2"/>
                </a:solidFill>
                <a:latin typeface="Times New Roman" pitchFamily="18" charset="0"/>
              </a:endParaRPr>
            </a:p>
          </p:txBody>
        </p:sp>
        <p:sp>
          <p:nvSpPr>
            <p:cNvPr id="17419" name="Rectangle 60"/>
            <p:cNvSpPr>
              <a:spLocks noChangeArrowheads="1"/>
            </p:cNvSpPr>
            <p:nvPr/>
          </p:nvSpPr>
          <p:spPr bwMode="auto">
            <a:xfrm>
              <a:off x="4908" y="1844"/>
              <a:ext cx="394" cy="22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pPr eaLnBrk="0" hangingPunct="0"/>
              <a:r>
                <a:rPr lang="en-US" sz="1800" b="1" dirty="0">
                  <a:solidFill>
                    <a:schemeClr val="tx2"/>
                  </a:solidFill>
                  <a:latin typeface="Times New Roman" pitchFamily="18" charset="0"/>
                </a:rPr>
                <a:t>Disc</a:t>
              </a:r>
            </a:p>
          </p:txBody>
        </p:sp>
        <p:sp>
          <p:nvSpPr>
            <p:cNvPr id="17420" name="Rectangle 61"/>
            <p:cNvSpPr>
              <a:spLocks noChangeArrowheads="1"/>
            </p:cNvSpPr>
            <p:nvPr/>
          </p:nvSpPr>
          <p:spPr bwMode="auto">
            <a:xfrm>
              <a:off x="2315" y="1844"/>
              <a:ext cx="394" cy="22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pPr eaLnBrk="0" hangingPunct="0"/>
              <a:r>
                <a:rPr lang="en-US" sz="1800" b="1" dirty="0">
                  <a:solidFill>
                    <a:schemeClr val="tx2"/>
                  </a:solidFill>
                  <a:latin typeface="Times New Roman" pitchFamily="18" charset="0"/>
                </a:rPr>
                <a:t>Disc</a:t>
              </a:r>
            </a:p>
          </p:txBody>
        </p:sp>
        <p:sp>
          <p:nvSpPr>
            <p:cNvPr id="17421" name="Rectangle 62"/>
            <p:cNvSpPr>
              <a:spLocks noChangeArrowheads="1"/>
            </p:cNvSpPr>
            <p:nvPr/>
          </p:nvSpPr>
          <p:spPr bwMode="auto">
            <a:xfrm>
              <a:off x="2113" y="203"/>
              <a:ext cx="713" cy="40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pPr eaLnBrk="0" hangingPunct="0"/>
              <a:r>
                <a:rPr lang="en-US" sz="1800" b="1" dirty="0">
                  <a:solidFill>
                    <a:schemeClr val="tx2"/>
                  </a:solidFill>
                  <a:latin typeface="Times New Roman" pitchFamily="18" charset="0"/>
                </a:rPr>
                <a:t>  </a:t>
              </a:r>
              <a:r>
                <a:rPr lang="en-US" sz="1800" b="1" dirty="0" err="1">
                  <a:solidFill>
                    <a:schemeClr val="tx2"/>
                  </a:solidFill>
                  <a:latin typeface="Times New Roman" pitchFamily="18" charset="0"/>
                </a:rPr>
                <a:t>Tabela</a:t>
              </a:r>
              <a:endParaRPr lang="en-US" sz="1800" b="1" dirty="0">
                <a:solidFill>
                  <a:schemeClr val="tx2"/>
                </a:solidFill>
                <a:latin typeface="Times New Roman" pitchFamily="18" charset="0"/>
              </a:endParaRPr>
            </a:p>
            <a:p>
              <a:pPr eaLnBrk="0" hangingPunct="0"/>
              <a:r>
                <a:rPr lang="en-US" sz="1800" b="1" dirty="0" err="1">
                  <a:solidFill>
                    <a:schemeClr val="tx2"/>
                  </a:solidFill>
                  <a:latin typeface="Times New Roman" pitchFamily="18" charset="0"/>
                </a:rPr>
                <a:t>Originala</a:t>
              </a:r>
              <a:endParaRPr lang="en-US" sz="1800" b="1" dirty="0">
                <a:solidFill>
                  <a:schemeClr val="tx2"/>
                </a:solidFill>
                <a:latin typeface="Times New Roman" pitchFamily="18" charset="0"/>
              </a:endParaRPr>
            </a:p>
          </p:txBody>
        </p:sp>
        <p:sp>
          <p:nvSpPr>
            <p:cNvPr id="17422" name="Rectangle 63"/>
            <p:cNvSpPr>
              <a:spLocks noChangeArrowheads="1"/>
            </p:cNvSpPr>
            <p:nvPr/>
          </p:nvSpPr>
          <p:spPr bwMode="auto">
            <a:xfrm>
              <a:off x="3914" y="395"/>
              <a:ext cx="587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pPr eaLnBrk="0" hangingPunct="0"/>
              <a:r>
                <a:rPr lang="en-US" sz="1400" b="1">
                  <a:solidFill>
                    <a:schemeClr val="tx2"/>
                  </a:solidFill>
                  <a:latin typeface="Times New Roman" pitchFamily="18" charset="0"/>
                </a:rPr>
                <a:t>OUTPUT</a:t>
              </a:r>
            </a:p>
          </p:txBody>
        </p:sp>
        <p:sp>
          <p:nvSpPr>
            <p:cNvPr id="17423" name="Freeform 64"/>
            <p:cNvSpPr>
              <a:spLocks/>
            </p:cNvSpPr>
            <p:nvPr/>
          </p:nvSpPr>
          <p:spPr bwMode="auto">
            <a:xfrm>
              <a:off x="5040" y="1390"/>
              <a:ext cx="27" cy="40"/>
            </a:xfrm>
            <a:custGeom>
              <a:avLst/>
              <a:gdLst>
                <a:gd name="T0" fmla="*/ 26 w 27"/>
                <a:gd name="T1" fmla="*/ 20 h 40"/>
                <a:gd name="T2" fmla="*/ 14 w 27"/>
                <a:gd name="T3" fmla="*/ 0 h 40"/>
                <a:gd name="T4" fmla="*/ 0 w 27"/>
                <a:gd name="T5" fmla="*/ 20 h 40"/>
                <a:gd name="T6" fmla="*/ 14 w 27"/>
                <a:gd name="T7" fmla="*/ 39 h 40"/>
                <a:gd name="T8" fmla="*/ 26 w 27"/>
                <a:gd name="T9" fmla="*/ 20 h 4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7"/>
                <a:gd name="T16" fmla="*/ 0 h 40"/>
                <a:gd name="T17" fmla="*/ 27 w 27"/>
                <a:gd name="T18" fmla="*/ 40 h 4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7" h="40">
                  <a:moveTo>
                    <a:pt x="26" y="20"/>
                  </a:moveTo>
                  <a:lnTo>
                    <a:pt x="14" y="0"/>
                  </a:lnTo>
                  <a:lnTo>
                    <a:pt x="0" y="20"/>
                  </a:lnTo>
                  <a:lnTo>
                    <a:pt x="14" y="39"/>
                  </a:lnTo>
                  <a:lnTo>
                    <a:pt x="26" y="20"/>
                  </a:lnTo>
                </a:path>
              </a:pathLst>
            </a:custGeom>
            <a:noFill/>
            <a:ln w="12700" cap="rnd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424" name="Freeform 65"/>
            <p:cNvSpPr>
              <a:spLocks/>
            </p:cNvSpPr>
            <p:nvPr/>
          </p:nvSpPr>
          <p:spPr bwMode="auto">
            <a:xfrm>
              <a:off x="5138" y="1390"/>
              <a:ext cx="27" cy="40"/>
            </a:xfrm>
            <a:custGeom>
              <a:avLst/>
              <a:gdLst>
                <a:gd name="T0" fmla="*/ 26 w 27"/>
                <a:gd name="T1" fmla="*/ 20 h 40"/>
                <a:gd name="T2" fmla="*/ 14 w 27"/>
                <a:gd name="T3" fmla="*/ 0 h 40"/>
                <a:gd name="T4" fmla="*/ 0 w 27"/>
                <a:gd name="T5" fmla="*/ 20 h 40"/>
                <a:gd name="T6" fmla="*/ 14 w 27"/>
                <a:gd name="T7" fmla="*/ 39 h 40"/>
                <a:gd name="T8" fmla="*/ 26 w 27"/>
                <a:gd name="T9" fmla="*/ 20 h 4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7"/>
                <a:gd name="T16" fmla="*/ 0 h 40"/>
                <a:gd name="T17" fmla="*/ 27 w 27"/>
                <a:gd name="T18" fmla="*/ 40 h 4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7" h="40">
                  <a:moveTo>
                    <a:pt x="26" y="20"/>
                  </a:moveTo>
                  <a:lnTo>
                    <a:pt x="14" y="0"/>
                  </a:lnTo>
                  <a:lnTo>
                    <a:pt x="0" y="20"/>
                  </a:lnTo>
                  <a:lnTo>
                    <a:pt x="14" y="39"/>
                  </a:lnTo>
                  <a:lnTo>
                    <a:pt x="26" y="20"/>
                  </a:lnTo>
                </a:path>
              </a:pathLst>
            </a:custGeom>
            <a:noFill/>
            <a:ln w="12700" cap="rnd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425" name="Freeform 66"/>
            <p:cNvSpPr>
              <a:spLocks/>
            </p:cNvSpPr>
            <p:nvPr/>
          </p:nvSpPr>
          <p:spPr bwMode="auto">
            <a:xfrm>
              <a:off x="2832" y="384"/>
              <a:ext cx="1683" cy="1442"/>
            </a:xfrm>
            <a:custGeom>
              <a:avLst/>
              <a:gdLst>
                <a:gd name="T0" fmla="*/ 0 w 1683"/>
                <a:gd name="T1" fmla="*/ 1441 h 1442"/>
                <a:gd name="T2" fmla="*/ 0 w 1683"/>
                <a:gd name="T3" fmla="*/ 0 h 1442"/>
                <a:gd name="T4" fmla="*/ 1682 w 1683"/>
                <a:gd name="T5" fmla="*/ 0 h 1442"/>
                <a:gd name="T6" fmla="*/ 1682 w 1683"/>
                <a:gd name="T7" fmla="*/ 1441 h 1442"/>
                <a:gd name="T8" fmla="*/ 0 w 1683"/>
                <a:gd name="T9" fmla="*/ 1441 h 144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683"/>
                <a:gd name="T16" fmla="*/ 0 h 1442"/>
                <a:gd name="T17" fmla="*/ 1683 w 1683"/>
                <a:gd name="T18" fmla="*/ 1442 h 144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683" h="1442">
                  <a:moveTo>
                    <a:pt x="0" y="1441"/>
                  </a:moveTo>
                  <a:lnTo>
                    <a:pt x="0" y="0"/>
                  </a:lnTo>
                  <a:lnTo>
                    <a:pt x="1682" y="0"/>
                  </a:lnTo>
                  <a:lnTo>
                    <a:pt x="1682" y="1441"/>
                  </a:lnTo>
                  <a:lnTo>
                    <a:pt x="0" y="1441"/>
                  </a:lnTo>
                </a:path>
              </a:pathLst>
            </a:custGeom>
            <a:noFill/>
            <a:ln w="12700" cap="rnd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426" name="Freeform 67"/>
            <p:cNvSpPr>
              <a:spLocks/>
            </p:cNvSpPr>
            <p:nvPr/>
          </p:nvSpPr>
          <p:spPr bwMode="auto">
            <a:xfrm>
              <a:off x="3054" y="1215"/>
              <a:ext cx="211" cy="170"/>
            </a:xfrm>
            <a:custGeom>
              <a:avLst/>
              <a:gdLst>
                <a:gd name="T0" fmla="*/ 0 w 211"/>
                <a:gd name="T1" fmla="*/ 169 h 170"/>
                <a:gd name="T2" fmla="*/ 0 w 211"/>
                <a:gd name="T3" fmla="*/ 0 h 170"/>
                <a:gd name="T4" fmla="*/ 210 w 211"/>
                <a:gd name="T5" fmla="*/ 0 h 170"/>
                <a:gd name="T6" fmla="*/ 210 w 211"/>
                <a:gd name="T7" fmla="*/ 169 h 170"/>
                <a:gd name="T8" fmla="*/ 0 w 211"/>
                <a:gd name="T9" fmla="*/ 169 h 17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11"/>
                <a:gd name="T16" fmla="*/ 0 h 170"/>
                <a:gd name="T17" fmla="*/ 211 w 211"/>
                <a:gd name="T18" fmla="*/ 170 h 17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11" h="170">
                  <a:moveTo>
                    <a:pt x="0" y="169"/>
                  </a:moveTo>
                  <a:lnTo>
                    <a:pt x="0" y="0"/>
                  </a:lnTo>
                  <a:lnTo>
                    <a:pt x="210" y="0"/>
                  </a:lnTo>
                  <a:lnTo>
                    <a:pt x="210" y="169"/>
                  </a:lnTo>
                  <a:lnTo>
                    <a:pt x="0" y="169"/>
                  </a:lnTo>
                </a:path>
              </a:pathLst>
            </a:custGeom>
            <a:noFill/>
            <a:ln w="12700" cap="rnd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grpSp>
          <p:nvGrpSpPr>
            <p:cNvPr id="17427" name="Group 68"/>
            <p:cNvGrpSpPr>
              <a:grpSpLocks/>
            </p:cNvGrpSpPr>
            <p:nvPr/>
          </p:nvGrpSpPr>
          <p:grpSpPr bwMode="auto">
            <a:xfrm>
              <a:off x="4158" y="1336"/>
              <a:ext cx="211" cy="57"/>
              <a:chOff x="4158" y="1336"/>
              <a:chExt cx="211" cy="57"/>
            </a:xfrm>
          </p:grpSpPr>
          <p:sp>
            <p:nvSpPr>
              <p:cNvPr id="17468" name="Freeform 69"/>
              <p:cNvSpPr>
                <a:spLocks/>
              </p:cNvSpPr>
              <p:nvPr/>
            </p:nvSpPr>
            <p:spPr bwMode="auto">
              <a:xfrm>
                <a:off x="4158" y="1336"/>
                <a:ext cx="27" cy="40"/>
              </a:xfrm>
              <a:custGeom>
                <a:avLst/>
                <a:gdLst>
                  <a:gd name="T0" fmla="*/ 26 w 27"/>
                  <a:gd name="T1" fmla="*/ 19 h 40"/>
                  <a:gd name="T2" fmla="*/ 13 w 27"/>
                  <a:gd name="T3" fmla="*/ 0 h 40"/>
                  <a:gd name="T4" fmla="*/ 0 w 27"/>
                  <a:gd name="T5" fmla="*/ 19 h 40"/>
                  <a:gd name="T6" fmla="*/ 13 w 27"/>
                  <a:gd name="T7" fmla="*/ 39 h 40"/>
                  <a:gd name="T8" fmla="*/ 26 w 27"/>
                  <a:gd name="T9" fmla="*/ 19 h 4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7"/>
                  <a:gd name="T16" fmla="*/ 0 h 40"/>
                  <a:gd name="T17" fmla="*/ 27 w 27"/>
                  <a:gd name="T18" fmla="*/ 40 h 40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7" h="40">
                    <a:moveTo>
                      <a:pt x="26" y="19"/>
                    </a:moveTo>
                    <a:lnTo>
                      <a:pt x="13" y="0"/>
                    </a:lnTo>
                    <a:lnTo>
                      <a:pt x="0" y="19"/>
                    </a:lnTo>
                    <a:lnTo>
                      <a:pt x="13" y="39"/>
                    </a:lnTo>
                    <a:lnTo>
                      <a:pt x="26" y="19"/>
                    </a:lnTo>
                  </a:path>
                </a:pathLst>
              </a:custGeom>
              <a:noFill/>
              <a:ln w="12700" cap="rnd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469" name="Freeform 70"/>
              <p:cNvSpPr>
                <a:spLocks/>
              </p:cNvSpPr>
              <p:nvPr/>
            </p:nvSpPr>
            <p:spPr bwMode="auto">
              <a:xfrm>
                <a:off x="4249" y="1336"/>
                <a:ext cx="27" cy="40"/>
              </a:xfrm>
              <a:custGeom>
                <a:avLst/>
                <a:gdLst>
                  <a:gd name="T0" fmla="*/ 26 w 27"/>
                  <a:gd name="T1" fmla="*/ 19 h 40"/>
                  <a:gd name="T2" fmla="*/ 13 w 27"/>
                  <a:gd name="T3" fmla="*/ 0 h 40"/>
                  <a:gd name="T4" fmla="*/ 0 w 27"/>
                  <a:gd name="T5" fmla="*/ 19 h 40"/>
                  <a:gd name="T6" fmla="*/ 13 w 27"/>
                  <a:gd name="T7" fmla="*/ 39 h 40"/>
                  <a:gd name="T8" fmla="*/ 26 w 27"/>
                  <a:gd name="T9" fmla="*/ 19 h 4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7"/>
                  <a:gd name="T16" fmla="*/ 0 h 40"/>
                  <a:gd name="T17" fmla="*/ 27 w 27"/>
                  <a:gd name="T18" fmla="*/ 40 h 40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7" h="40">
                    <a:moveTo>
                      <a:pt x="26" y="19"/>
                    </a:moveTo>
                    <a:lnTo>
                      <a:pt x="13" y="0"/>
                    </a:lnTo>
                    <a:lnTo>
                      <a:pt x="0" y="19"/>
                    </a:lnTo>
                    <a:lnTo>
                      <a:pt x="13" y="39"/>
                    </a:lnTo>
                    <a:lnTo>
                      <a:pt x="26" y="19"/>
                    </a:lnTo>
                  </a:path>
                </a:pathLst>
              </a:custGeom>
              <a:noFill/>
              <a:ln w="12700" cap="rnd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470" name="Freeform 71"/>
              <p:cNvSpPr>
                <a:spLocks/>
              </p:cNvSpPr>
              <p:nvPr/>
            </p:nvSpPr>
            <p:spPr bwMode="auto">
              <a:xfrm>
                <a:off x="4347" y="1336"/>
                <a:ext cx="22" cy="57"/>
              </a:xfrm>
              <a:custGeom>
                <a:avLst/>
                <a:gdLst>
                  <a:gd name="T0" fmla="*/ 21 w 22"/>
                  <a:gd name="T1" fmla="*/ 27 h 57"/>
                  <a:gd name="T2" fmla="*/ 11 w 22"/>
                  <a:gd name="T3" fmla="*/ 0 h 57"/>
                  <a:gd name="T4" fmla="*/ 0 w 22"/>
                  <a:gd name="T5" fmla="*/ 27 h 57"/>
                  <a:gd name="T6" fmla="*/ 11 w 22"/>
                  <a:gd name="T7" fmla="*/ 56 h 57"/>
                  <a:gd name="T8" fmla="*/ 21 w 22"/>
                  <a:gd name="T9" fmla="*/ 27 h 5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2"/>
                  <a:gd name="T16" fmla="*/ 0 h 57"/>
                  <a:gd name="T17" fmla="*/ 22 w 22"/>
                  <a:gd name="T18" fmla="*/ 57 h 57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2" h="57">
                    <a:moveTo>
                      <a:pt x="21" y="27"/>
                    </a:moveTo>
                    <a:lnTo>
                      <a:pt x="11" y="0"/>
                    </a:lnTo>
                    <a:lnTo>
                      <a:pt x="0" y="27"/>
                    </a:lnTo>
                    <a:lnTo>
                      <a:pt x="11" y="56"/>
                    </a:lnTo>
                    <a:lnTo>
                      <a:pt x="21" y="27"/>
                    </a:lnTo>
                  </a:path>
                </a:pathLst>
              </a:custGeom>
              <a:noFill/>
              <a:ln w="12700" cap="rnd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17428" name="Freeform 72"/>
            <p:cNvSpPr>
              <a:spLocks/>
            </p:cNvSpPr>
            <p:nvPr/>
          </p:nvSpPr>
          <p:spPr bwMode="auto">
            <a:xfrm>
              <a:off x="4793" y="791"/>
              <a:ext cx="158" cy="170"/>
            </a:xfrm>
            <a:custGeom>
              <a:avLst/>
              <a:gdLst>
                <a:gd name="T0" fmla="*/ 0 w 158"/>
                <a:gd name="T1" fmla="*/ 169 h 170"/>
                <a:gd name="T2" fmla="*/ 0 w 158"/>
                <a:gd name="T3" fmla="*/ 0 h 170"/>
                <a:gd name="T4" fmla="*/ 157 w 158"/>
                <a:gd name="T5" fmla="*/ 0 h 170"/>
                <a:gd name="T6" fmla="*/ 157 w 158"/>
                <a:gd name="T7" fmla="*/ 169 h 170"/>
                <a:gd name="T8" fmla="*/ 0 w 158"/>
                <a:gd name="T9" fmla="*/ 169 h 17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58"/>
                <a:gd name="T16" fmla="*/ 0 h 170"/>
                <a:gd name="T17" fmla="*/ 158 w 158"/>
                <a:gd name="T18" fmla="*/ 170 h 17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58" h="170">
                  <a:moveTo>
                    <a:pt x="0" y="169"/>
                  </a:moveTo>
                  <a:lnTo>
                    <a:pt x="0" y="0"/>
                  </a:lnTo>
                  <a:lnTo>
                    <a:pt x="157" y="0"/>
                  </a:lnTo>
                  <a:lnTo>
                    <a:pt x="157" y="169"/>
                  </a:lnTo>
                  <a:lnTo>
                    <a:pt x="0" y="169"/>
                  </a:lnTo>
                </a:path>
              </a:pathLst>
            </a:custGeom>
            <a:noFill/>
            <a:ln w="12700" cap="rnd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429" name="Freeform 73"/>
            <p:cNvSpPr>
              <a:spLocks/>
            </p:cNvSpPr>
            <p:nvPr/>
          </p:nvSpPr>
          <p:spPr bwMode="auto">
            <a:xfrm>
              <a:off x="4976" y="791"/>
              <a:ext cx="157" cy="170"/>
            </a:xfrm>
            <a:custGeom>
              <a:avLst/>
              <a:gdLst>
                <a:gd name="T0" fmla="*/ 0 w 157"/>
                <a:gd name="T1" fmla="*/ 169 h 170"/>
                <a:gd name="T2" fmla="*/ 0 w 157"/>
                <a:gd name="T3" fmla="*/ 0 h 170"/>
                <a:gd name="T4" fmla="*/ 156 w 157"/>
                <a:gd name="T5" fmla="*/ 0 h 170"/>
                <a:gd name="T6" fmla="*/ 156 w 157"/>
                <a:gd name="T7" fmla="*/ 169 h 170"/>
                <a:gd name="T8" fmla="*/ 0 w 157"/>
                <a:gd name="T9" fmla="*/ 169 h 17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57"/>
                <a:gd name="T16" fmla="*/ 0 h 170"/>
                <a:gd name="T17" fmla="*/ 157 w 157"/>
                <a:gd name="T18" fmla="*/ 170 h 17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57" h="170">
                  <a:moveTo>
                    <a:pt x="0" y="169"/>
                  </a:moveTo>
                  <a:lnTo>
                    <a:pt x="0" y="0"/>
                  </a:lnTo>
                  <a:lnTo>
                    <a:pt x="156" y="0"/>
                  </a:lnTo>
                  <a:lnTo>
                    <a:pt x="156" y="169"/>
                  </a:lnTo>
                  <a:lnTo>
                    <a:pt x="0" y="169"/>
                  </a:lnTo>
                </a:path>
              </a:pathLst>
            </a:custGeom>
            <a:noFill/>
            <a:ln w="12700" cap="rnd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430" name="Freeform 74"/>
            <p:cNvSpPr>
              <a:spLocks/>
            </p:cNvSpPr>
            <p:nvPr/>
          </p:nvSpPr>
          <p:spPr bwMode="auto">
            <a:xfrm>
              <a:off x="4793" y="1085"/>
              <a:ext cx="158" cy="170"/>
            </a:xfrm>
            <a:custGeom>
              <a:avLst/>
              <a:gdLst>
                <a:gd name="T0" fmla="*/ 0 w 158"/>
                <a:gd name="T1" fmla="*/ 169 h 170"/>
                <a:gd name="T2" fmla="*/ 0 w 158"/>
                <a:gd name="T3" fmla="*/ 0 h 170"/>
                <a:gd name="T4" fmla="*/ 157 w 158"/>
                <a:gd name="T5" fmla="*/ 0 h 170"/>
                <a:gd name="T6" fmla="*/ 157 w 158"/>
                <a:gd name="T7" fmla="*/ 169 h 170"/>
                <a:gd name="T8" fmla="*/ 0 w 158"/>
                <a:gd name="T9" fmla="*/ 169 h 17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58"/>
                <a:gd name="T16" fmla="*/ 0 h 170"/>
                <a:gd name="T17" fmla="*/ 158 w 158"/>
                <a:gd name="T18" fmla="*/ 170 h 17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58" h="170">
                  <a:moveTo>
                    <a:pt x="0" y="169"/>
                  </a:moveTo>
                  <a:lnTo>
                    <a:pt x="0" y="0"/>
                  </a:lnTo>
                  <a:lnTo>
                    <a:pt x="157" y="0"/>
                  </a:lnTo>
                  <a:lnTo>
                    <a:pt x="157" y="169"/>
                  </a:lnTo>
                  <a:lnTo>
                    <a:pt x="0" y="169"/>
                  </a:lnTo>
                </a:path>
              </a:pathLst>
            </a:custGeom>
            <a:noFill/>
            <a:ln w="12700" cap="rnd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431" name="Freeform 75"/>
            <p:cNvSpPr>
              <a:spLocks/>
            </p:cNvSpPr>
            <p:nvPr/>
          </p:nvSpPr>
          <p:spPr bwMode="auto">
            <a:xfrm>
              <a:off x="4982" y="1085"/>
              <a:ext cx="157" cy="170"/>
            </a:xfrm>
            <a:custGeom>
              <a:avLst/>
              <a:gdLst>
                <a:gd name="T0" fmla="*/ 0 w 157"/>
                <a:gd name="T1" fmla="*/ 169 h 170"/>
                <a:gd name="T2" fmla="*/ 0 w 157"/>
                <a:gd name="T3" fmla="*/ 0 h 170"/>
                <a:gd name="T4" fmla="*/ 156 w 157"/>
                <a:gd name="T5" fmla="*/ 0 h 170"/>
                <a:gd name="T6" fmla="*/ 156 w 157"/>
                <a:gd name="T7" fmla="*/ 169 h 170"/>
                <a:gd name="T8" fmla="*/ 0 w 157"/>
                <a:gd name="T9" fmla="*/ 169 h 17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57"/>
                <a:gd name="T16" fmla="*/ 0 h 170"/>
                <a:gd name="T17" fmla="*/ 157 w 157"/>
                <a:gd name="T18" fmla="*/ 170 h 17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57" h="170">
                  <a:moveTo>
                    <a:pt x="0" y="169"/>
                  </a:moveTo>
                  <a:lnTo>
                    <a:pt x="0" y="0"/>
                  </a:lnTo>
                  <a:lnTo>
                    <a:pt x="156" y="0"/>
                  </a:lnTo>
                  <a:lnTo>
                    <a:pt x="156" y="169"/>
                  </a:lnTo>
                  <a:lnTo>
                    <a:pt x="0" y="169"/>
                  </a:lnTo>
                </a:path>
              </a:pathLst>
            </a:custGeom>
            <a:noFill/>
            <a:ln w="12700" cap="rnd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432" name="Freeform 76"/>
            <p:cNvSpPr>
              <a:spLocks/>
            </p:cNvSpPr>
            <p:nvPr/>
          </p:nvSpPr>
          <p:spPr bwMode="auto">
            <a:xfrm>
              <a:off x="4950" y="1390"/>
              <a:ext cx="27" cy="40"/>
            </a:xfrm>
            <a:custGeom>
              <a:avLst/>
              <a:gdLst>
                <a:gd name="T0" fmla="*/ 26 w 27"/>
                <a:gd name="T1" fmla="*/ 20 h 40"/>
                <a:gd name="T2" fmla="*/ 13 w 27"/>
                <a:gd name="T3" fmla="*/ 0 h 40"/>
                <a:gd name="T4" fmla="*/ 0 w 27"/>
                <a:gd name="T5" fmla="*/ 20 h 40"/>
                <a:gd name="T6" fmla="*/ 13 w 27"/>
                <a:gd name="T7" fmla="*/ 39 h 40"/>
                <a:gd name="T8" fmla="*/ 26 w 27"/>
                <a:gd name="T9" fmla="*/ 20 h 4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7"/>
                <a:gd name="T16" fmla="*/ 0 h 40"/>
                <a:gd name="T17" fmla="*/ 27 w 27"/>
                <a:gd name="T18" fmla="*/ 40 h 4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7" h="40">
                  <a:moveTo>
                    <a:pt x="26" y="20"/>
                  </a:moveTo>
                  <a:lnTo>
                    <a:pt x="13" y="0"/>
                  </a:lnTo>
                  <a:lnTo>
                    <a:pt x="0" y="20"/>
                  </a:lnTo>
                  <a:lnTo>
                    <a:pt x="13" y="39"/>
                  </a:lnTo>
                  <a:lnTo>
                    <a:pt x="26" y="20"/>
                  </a:lnTo>
                </a:path>
              </a:pathLst>
            </a:custGeom>
            <a:noFill/>
            <a:ln w="12700" cap="rnd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433" name="Freeform 77"/>
            <p:cNvSpPr>
              <a:spLocks/>
            </p:cNvSpPr>
            <p:nvPr/>
          </p:nvSpPr>
          <p:spPr bwMode="auto">
            <a:xfrm>
              <a:off x="5171" y="1085"/>
              <a:ext cx="157" cy="170"/>
            </a:xfrm>
            <a:custGeom>
              <a:avLst/>
              <a:gdLst>
                <a:gd name="T0" fmla="*/ 0 w 157"/>
                <a:gd name="T1" fmla="*/ 169 h 170"/>
                <a:gd name="T2" fmla="*/ 0 w 157"/>
                <a:gd name="T3" fmla="*/ 0 h 170"/>
                <a:gd name="T4" fmla="*/ 156 w 157"/>
                <a:gd name="T5" fmla="*/ 0 h 170"/>
                <a:gd name="T6" fmla="*/ 156 w 157"/>
                <a:gd name="T7" fmla="*/ 169 h 170"/>
                <a:gd name="T8" fmla="*/ 0 w 157"/>
                <a:gd name="T9" fmla="*/ 169 h 17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57"/>
                <a:gd name="T16" fmla="*/ 0 h 170"/>
                <a:gd name="T17" fmla="*/ 157 w 157"/>
                <a:gd name="T18" fmla="*/ 170 h 17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57" h="170">
                  <a:moveTo>
                    <a:pt x="0" y="169"/>
                  </a:moveTo>
                  <a:lnTo>
                    <a:pt x="0" y="0"/>
                  </a:lnTo>
                  <a:lnTo>
                    <a:pt x="156" y="0"/>
                  </a:lnTo>
                  <a:lnTo>
                    <a:pt x="156" y="169"/>
                  </a:lnTo>
                  <a:lnTo>
                    <a:pt x="0" y="169"/>
                  </a:lnTo>
                </a:path>
              </a:pathLst>
            </a:custGeom>
            <a:noFill/>
            <a:ln w="12700" cap="rnd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434" name="Rectangle 78"/>
            <p:cNvSpPr>
              <a:spLocks noChangeArrowheads="1"/>
            </p:cNvSpPr>
            <p:nvPr/>
          </p:nvSpPr>
          <p:spPr bwMode="auto">
            <a:xfrm>
              <a:off x="4148" y="907"/>
              <a:ext cx="172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pPr eaLnBrk="0" hangingPunct="0"/>
              <a:r>
                <a:rPr lang="en-US" sz="1400" b="1">
                  <a:solidFill>
                    <a:schemeClr val="tx2"/>
                  </a:solidFill>
                  <a:latin typeface="Times New Roman" pitchFamily="18" charset="0"/>
                </a:rPr>
                <a:t>2</a:t>
              </a:r>
            </a:p>
          </p:txBody>
        </p:sp>
        <p:sp>
          <p:nvSpPr>
            <p:cNvPr id="17435" name="Freeform 79"/>
            <p:cNvSpPr>
              <a:spLocks/>
            </p:cNvSpPr>
            <p:nvPr/>
          </p:nvSpPr>
          <p:spPr bwMode="auto">
            <a:xfrm>
              <a:off x="4793" y="1611"/>
              <a:ext cx="158" cy="170"/>
            </a:xfrm>
            <a:custGeom>
              <a:avLst/>
              <a:gdLst>
                <a:gd name="T0" fmla="*/ 0 w 158"/>
                <a:gd name="T1" fmla="*/ 169 h 170"/>
                <a:gd name="T2" fmla="*/ 0 w 158"/>
                <a:gd name="T3" fmla="*/ 0 h 170"/>
                <a:gd name="T4" fmla="*/ 157 w 158"/>
                <a:gd name="T5" fmla="*/ 0 h 170"/>
                <a:gd name="T6" fmla="*/ 157 w 158"/>
                <a:gd name="T7" fmla="*/ 169 h 170"/>
                <a:gd name="T8" fmla="*/ 0 w 158"/>
                <a:gd name="T9" fmla="*/ 169 h 17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58"/>
                <a:gd name="T16" fmla="*/ 0 h 170"/>
                <a:gd name="T17" fmla="*/ 158 w 158"/>
                <a:gd name="T18" fmla="*/ 170 h 17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58" h="170">
                  <a:moveTo>
                    <a:pt x="0" y="169"/>
                  </a:moveTo>
                  <a:lnTo>
                    <a:pt x="0" y="0"/>
                  </a:lnTo>
                  <a:lnTo>
                    <a:pt x="157" y="0"/>
                  </a:lnTo>
                  <a:lnTo>
                    <a:pt x="157" y="169"/>
                  </a:lnTo>
                  <a:lnTo>
                    <a:pt x="0" y="169"/>
                  </a:lnTo>
                </a:path>
              </a:pathLst>
            </a:custGeom>
            <a:noFill/>
            <a:ln w="12700" cap="rnd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436" name="Freeform 80"/>
            <p:cNvSpPr>
              <a:spLocks/>
            </p:cNvSpPr>
            <p:nvPr/>
          </p:nvSpPr>
          <p:spPr bwMode="auto">
            <a:xfrm>
              <a:off x="4128" y="1584"/>
              <a:ext cx="266" cy="181"/>
            </a:xfrm>
            <a:custGeom>
              <a:avLst/>
              <a:gdLst>
                <a:gd name="T0" fmla="*/ 0 w 266"/>
                <a:gd name="T1" fmla="*/ 180 h 181"/>
                <a:gd name="T2" fmla="*/ 0 w 266"/>
                <a:gd name="T3" fmla="*/ 0 h 181"/>
                <a:gd name="T4" fmla="*/ 265 w 266"/>
                <a:gd name="T5" fmla="*/ 0 h 181"/>
                <a:gd name="T6" fmla="*/ 265 w 266"/>
                <a:gd name="T7" fmla="*/ 180 h 181"/>
                <a:gd name="T8" fmla="*/ 0 w 266"/>
                <a:gd name="T9" fmla="*/ 180 h 18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66"/>
                <a:gd name="T16" fmla="*/ 0 h 181"/>
                <a:gd name="T17" fmla="*/ 266 w 266"/>
                <a:gd name="T18" fmla="*/ 181 h 181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66" h="181">
                  <a:moveTo>
                    <a:pt x="0" y="180"/>
                  </a:moveTo>
                  <a:lnTo>
                    <a:pt x="0" y="0"/>
                  </a:lnTo>
                  <a:lnTo>
                    <a:pt x="265" y="0"/>
                  </a:lnTo>
                  <a:lnTo>
                    <a:pt x="265" y="180"/>
                  </a:lnTo>
                  <a:lnTo>
                    <a:pt x="0" y="180"/>
                  </a:lnTo>
                </a:path>
              </a:pathLst>
            </a:custGeom>
            <a:noFill/>
            <a:ln w="12700" cap="rnd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437" name="Rectangle 81"/>
            <p:cNvSpPr>
              <a:spLocks noChangeArrowheads="1"/>
            </p:cNvSpPr>
            <p:nvPr/>
          </p:nvSpPr>
          <p:spPr bwMode="auto">
            <a:xfrm>
              <a:off x="2905" y="951"/>
              <a:ext cx="468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pPr eaLnBrk="0" hangingPunct="0"/>
              <a:r>
                <a:rPr lang="en-US" sz="1400" b="1">
                  <a:solidFill>
                    <a:schemeClr val="tx2"/>
                  </a:solidFill>
                  <a:latin typeface="Times New Roman" pitchFamily="18" charset="0"/>
                </a:rPr>
                <a:t>INPUT</a:t>
              </a:r>
            </a:p>
          </p:txBody>
        </p:sp>
        <p:sp>
          <p:nvSpPr>
            <p:cNvPr id="17438" name="Rectangle 82"/>
            <p:cNvSpPr>
              <a:spLocks noChangeArrowheads="1"/>
            </p:cNvSpPr>
            <p:nvPr/>
          </p:nvSpPr>
          <p:spPr bwMode="auto">
            <a:xfrm>
              <a:off x="4148" y="562"/>
              <a:ext cx="172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pPr eaLnBrk="0" hangingPunct="0"/>
              <a:r>
                <a:rPr lang="en-US" sz="1400" b="1">
                  <a:solidFill>
                    <a:schemeClr val="tx2"/>
                  </a:solidFill>
                  <a:latin typeface="Times New Roman" pitchFamily="18" charset="0"/>
                </a:rPr>
                <a:t>1</a:t>
              </a:r>
            </a:p>
          </p:txBody>
        </p:sp>
        <p:sp>
          <p:nvSpPr>
            <p:cNvPr id="17439" name="Rectangle 83"/>
            <p:cNvSpPr>
              <a:spLocks noChangeArrowheads="1"/>
            </p:cNvSpPr>
            <p:nvPr/>
          </p:nvSpPr>
          <p:spPr bwMode="auto">
            <a:xfrm>
              <a:off x="3219" y="1106"/>
              <a:ext cx="620" cy="38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pPr algn="ctr" eaLnBrk="0" hangingPunct="0">
                <a:lnSpc>
                  <a:spcPct val="50000"/>
                </a:lnSpc>
              </a:pPr>
              <a:r>
                <a:rPr lang="en-US" sz="1400" b="1" dirty="0" err="1">
                  <a:solidFill>
                    <a:schemeClr val="tx2"/>
                  </a:solidFill>
                  <a:latin typeface="Times New Roman" pitchFamily="18" charset="0"/>
                </a:rPr>
                <a:t>Functie</a:t>
              </a:r>
              <a:r>
                <a:rPr lang="en-US" sz="1400" b="1" dirty="0">
                  <a:solidFill>
                    <a:schemeClr val="tx2"/>
                  </a:solidFill>
                  <a:latin typeface="Times New Roman" pitchFamily="18" charset="0"/>
                </a:rPr>
                <a:t> de</a:t>
              </a:r>
            </a:p>
            <a:p>
              <a:pPr algn="ctr" eaLnBrk="0" hangingPunct="0">
                <a:lnSpc>
                  <a:spcPct val="50000"/>
                </a:lnSpc>
              </a:pPr>
              <a:r>
                <a:rPr lang="en-US" sz="1400" b="1" dirty="0" err="1">
                  <a:solidFill>
                    <a:schemeClr val="tx2"/>
                  </a:solidFill>
                  <a:latin typeface="Times New Roman" pitchFamily="18" charset="0"/>
                </a:rPr>
                <a:t>dispersie</a:t>
              </a:r>
              <a:endParaRPr lang="en-US" sz="1400" b="1" dirty="0">
                <a:solidFill>
                  <a:schemeClr val="tx2"/>
                </a:solidFill>
                <a:latin typeface="Times New Roman" pitchFamily="18" charset="0"/>
              </a:endParaRPr>
            </a:p>
            <a:p>
              <a:pPr algn="ctr" eaLnBrk="0" hangingPunct="0"/>
              <a:r>
                <a:rPr lang="en-US" sz="2000" b="1" dirty="0">
                  <a:solidFill>
                    <a:schemeClr val="folHlink"/>
                  </a:solidFill>
                  <a:latin typeface="Times New Roman" pitchFamily="18" charset="0"/>
                </a:rPr>
                <a:t>h</a:t>
              </a:r>
            </a:p>
          </p:txBody>
        </p:sp>
        <p:sp>
          <p:nvSpPr>
            <p:cNvPr id="17440" name="Rectangle 84"/>
            <p:cNvSpPr>
              <a:spLocks noChangeArrowheads="1"/>
            </p:cNvSpPr>
            <p:nvPr/>
          </p:nvSpPr>
          <p:spPr bwMode="auto">
            <a:xfrm>
              <a:off x="4088" y="1402"/>
              <a:ext cx="285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pPr eaLnBrk="0" hangingPunct="0"/>
              <a:r>
                <a:rPr lang="en-US" sz="1400" b="1">
                  <a:solidFill>
                    <a:schemeClr val="tx2"/>
                  </a:solidFill>
                  <a:latin typeface="Times New Roman" pitchFamily="18" charset="0"/>
                </a:rPr>
                <a:t>B-1</a:t>
              </a:r>
            </a:p>
          </p:txBody>
        </p:sp>
        <p:sp>
          <p:nvSpPr>
            <p:cNvPr id="17441" name="Rectangle 85"/>
            <p:cNvSpPr>
              <a:spLocks noChangeArrowheads="1"/>
            </p:cNvSpPr>
            <p:nvPr/>
          </p:nvSpPr>
          <p:spPr bwMode="auto">
            <a:xfrm>
              <a:off x="4695" y="388"/>
              <a:ext cx="668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pPr eaLnBrk="0" hangingPunct="0"/>
              <a:r>
                <a:rPr lang="en-US" sz="1800" b="1" dirty="0">
                  <a:solidFill>
                    <a:schemeClr val="tx2"/>
                  </a:solidFill>
                  <a:latin typeface="Times New Roman" pitchFamily="18" charset="0"/>
                </a:rPr>
                <a:t>   </a:t>
              </a:r>
              <a:r>
                <a:rPr lang="en-US" sz="1800" b="1" dirty="0" err="1">
                  <a:solidFill>
                    <a:schemeClr val="tx2"/>
                  </a:solidFill>
                  <a:latin typeface="Times New Roman" pitchFamily="18" charset="0"/>
                </a:rPr>
                <a:t>Partiţii</a:t>
              </a:r>
              <a:endParaRPr lang="en-US" sz="1800" b="1" dirty="0">
                <a:solidFill>
                  <a:schemeClr val="tx2"/>
                </a:solidFill>
                <a:latin typeface="Times New Roman" pitchFamily="18" charset="0"/>
              </a:endParaRPr>
            </a:p>
          </p:txBody>
        </p:sp>
        <p:sp>
          <p:nvSpPr>
            <p:cNvPr id="17442" name="Rectangle 86"/>
            <p:cNvSpPr>
              <a:spLocks noChangeArrowheads="1"/>
            </p:cNvSpPr>
            <p:nvPr/>
          </p:nvSpPr>
          <p:spPr bwMode="auto">
            <a:xfrm>
              <a:off x="5422" y="773"/>
              <a:ext cx="188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pPr eaLnBrk="0" hangingPunct="0"/>
              <a:r>
                <a:rPr lang="en-US" sz="1800" b="1">
                  <a:solidFill>
                    <a:schemeClr val="tx2"/>
                  </a:solidFill>
                  <a:latin typeface="Times New Roman" pitchFamily="18" charset="0"/>
                </a:rPr>
                <a:t>1</a:t>
              </a:r>
            </a:p>
          </p:txBody>
        </p:sp>
        <p:sp>
          <p:nvSpPr>
            <p:cNvPr id="17443" name="Rectangle 87"/>
            <p:cNvSpPr>
              <a:spLocks noChangeArrowheads="1"/>
            </p:cNvSpPr>
            <p:nvPr/>
          </p:nvSpPr>
          <p:spPr bwMode="auto">
            <a:xfrm>
              <a:off x="5416" y="1040"/>
              <a:ext cx="188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pPr eaLnBrk="0" hangingPunct="0"/>
              <a:r>
                <a:rPr lang="en-US" sz="1800" b="1">
                  <a:solidFill>
                    <a:schemeClr val="tx2"/>
                  </a:solidFill>
                  <a:latin typeface="Times New Roman" pitchFamily="18" charset="0"/>
                </a:rPr>
                <a:t>2</a:t>
              </a:r>
            </a:p>
          </p:txBody>
        </p:sp>
        <p:sp>
          <p:nvSpPr>
            <p:cNvPr id="17444" name="Rectangle 88"/>
            <p:cNvSpPr>
              <a:spLocks noChangeArrowheads="1"/>
            </p:cNvSpPr>
            <p:nvPr/>
          </p:nvSpPr>
          <p:spPr bwMode="auto">
            <a:xfrm>
              <a:off x="5396" y="1539"/>
              <a:ext cx="333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pPr eaLnBrk="0" hangingPunct="0"/>
              <a:r>
                <a:rPr lang="en-US" sz="1800" b="1">
                  <a:solidFill>
                    <a:schemeClr val="tx2"/>
                  </a:solidFill>
                  <a:latin typeface="Times New Roman" pitchFamily="18" charset="0"/>
                </a:rPr>
                <a:t>B-1</a:t>
              </a:r>
            </a:p>
          </p:txBody>
        </p:sp>
        <p:grpSp>
          <p:nvGrpSpPr>
            <p:cNvPr id="17445" name="Group 89"/>
            <p:cNvGrpSpPr>
              <a:grpSpLocks/>
            </p:cNvGrpSpPr>
            <p:nvPr/>
          </p:nvGrpSpPr>
          <p:grpSpPr bwMode="auto">
            <a:xfrm>
              <a:off x="2209" y="628"/>
              <a:ext cx="575" cy="1227"/>
              <a:chOff x="2209" y="628"/>
              <a:chExt cx="575" cy="1227"/>
            </a:xfrm>
          </p:grpSpPr>
          <p:sp>
            <p:nvSpPr>
              <p:cNvPr id="17464" name="Oval 90"/>
              <p:cNvSpPr>
                <a:spLocks noChangeArrowheads="1"/>
              </p:cNvSpPr>
              <p:nvPr/>
            </p:nvSpPr>
            <p:spPr bwMode="auto">
              <a:xfrm>
                <a:off x="2213" y="628"/>
                <a:ext cx="567" cy="85"/>
              </a:xfrm>
              <a:prstGeom prst="ellipse">
                <a:avLst/>
              </a:prstGeom>
              <a:noFill/>
              <a:ln w="12700">
                <a:solidFill>
                  <a:schemeClr val="tx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7465" name="Line 91"/>
              <p:cNvSpPr>
                <a:spLocks noChangeShapeType="1"/>
              </p:cNvSpPr>
              <p:nvPr/>
            </p:nvSpPr>
            <p:spPr bwMode="auto">
              <a:xfrm>
                <a:off x="2209" y="674"/>
                <a:ext cx="0" cy="1101"/>
              </a:xfrm>
              <a:prstGeom prst="line">
                <a:avLst/>
              </a:prstGeom>
              <a:noFill/>
              <a:ln w="12700">
                <a:solidFill>
                  <a:schemeClr val="tx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466" name="Line 92"/>
              <p:cNvSpPr>
                <a:spLocks noChangeShapeType="1"/>
              </p:cNvSpPr>
              <p:nvPr/>
            </p:nvSpPr>
            <p:spPr bwMode="auto">
              <a:xfrm>
                <a:off x="2784" y="674"/>
                <a:ext cx="0" cy="1101"/>
              </a:xfrm>
              <a:prstGeom prst="line">
                <a:avLst/>
              </a:prstGeom>
              <a:noFill/>
              <a:ln w="12700">
                <a:solidFill>
                  <a:schemeClr val="tx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467" name="Arc 93"/>
              <p:cNvSpPr>
                <a:spLocks/>
              </p:cNvSpPr>
              <p:nvPr/>
            </p:nvSpPr>
            <p:spPr bwMode="auto">
              <a:xfrm>
                <a:off x="2211" y="1781"/>
                <a:ext cx="567" cy="74"/>
              </a:xfrm>
              <a:custGeom>
                <a:avLst/>
                <a:gdLst>
                  <a:gd name="T0" fmla="*/ 0 w 43200"/>
                  <a:gd name="T1" fmla="*/ 0 h 22830"/>
                  <a:gd name="T2" fmla="*/ 0 w 43200"/>
                  <a:gd name="T3" fmla="*/ 0 h 22830"/>
                  <a:gd name="T4" fmla="*/ 0 w 43200"/>
                  <a:gd name="T5" fmla="*/ 0 h 22830"/>
                  <a:gd name="T6" fmla="*/ 0 60000 65536"/>
                  <a:gd name="T7" fmla="*/ 0 60000 65536"/>
                  <a:gd name="T8" fmla="*/ 0 60000 65536"/>
                  <a:gd name="T9" fmla="*/ 0 w 43200"/>
                  <a:gd name="T10" fmla="*/ 0 h 22830"/>
                  <a:gd name="T11" fmla="*/ 43200 w 43200"/>
                  <a:gd name="T12" fmla="*/ 22830 h 22830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43200" h="22830" fill="none" extrusionOk="0">
                    <a:moveTo>
                      <a:pt x="43179" y="300"/>
                    </a:moveTo>
                    <a:cubicBezTo>
                      <a:pt x="43193" y="609"/>
                      <a:pt x="43200" y="919"/>
                      <a:pt x="43200" y="1230"/>
                    </a:cubicBezTo>
                    <a:cubicBezTo>
                      <a:pt x="43200" y="13159"/>
                      <a:pt x="33529" y="22830"/>
                      <a:pt x="21600" y="22830"/>
                    </a:cubicBezTo>
                    <a:cubicBezTo>
                      <a:pt x="9670" y="22830"/>
                      <a:pt x="0" y="13159"/>
                      <a:pt x="0" y="1230"/>
                    </a:cubicBezTo>
                    <a:cubicBezTo>
                      <a:pt x="-1" y="819"/>
                      <a:pt x="11" y="409"/>
                      <a:pt x="35" y="0"/>
                    </a:cubicBezTo>
                  </a:path>
                  <a:path w="43200" h="22830" stroke="0" extrusionOk="0">
                    <a:moveTo>
                      <a:pt x="43179" y="300"/>
                    </a:moveTo>
                    <a:cubicBezTo>
                      <a:pt x="43193" y="609"/>
                      <a:pt x="43200" y="919"/>
                      <a:pt x="43200" y="1230"/>
                    </a:cubicBezTo>
                    <a:cubicBezTo>
                      <a:pt x="43200" y="13159"/>
                      <a:pt x="33529" y="22830"/>
                      <a:pt x="21600" y="22830"/>
                    </a:cubicBezTo>
                    <a:cubicBezTo>
                      <a:pt x="9670" y="22830"/>
                      <a:pt x="0" y="13159"/>
                      <a:pt x="0" y="1230"/>
                    </a:cubicBezTo>
                    <a:cubicBezTo>
                      <a:pt x="-1" y="819"/>
                      <a:pt x="11" y="409"/>
                      <a:pt x="35" y="0"/>
                    </a:cubicBezTo>
                    <a:lnTo>
                      <a:pt x="21600" y="1230"/>
                    </a:lnTo>
                    <a:lnTo>
                      <a:pt x="43179" y="300"/>
                    </a:lnTo>
                    <a:close/>
                  </a:path>
                </a:pathLst>
              </a:custGeom>
              <a:noFill/>
              <a:ln w="12700" cap="rnd">
                <a:solidFill>
                  <a:schemeClr val="tx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17446" name="Rectangle 94"/>
            <p:cNvSpPr>
              <a:spLocks noChangeArrowheads="1"/>
            </p:cNvSpPr>
            <p:nvPr/>
          </p:nvSpPr>
          <p:spPr bwMode="auto">
            <a:xfrm>
              <a:off x="2404" y="772"/>
              <a:ext cx="184" cy="184"/>
            </a:xfrm>
            <a:prstGeom prst="rect">
              <a:avLst/>
            </a:prstGeom>
            <a:noFill/>
            <a:ln w="12700">
              <a:solidFill>
                <a:schemeClr val="tx2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7447" name="Rectangle 95"/>
            <p:cNvSpPr>
              <a:spLocks noChangeArrowheads="1"/>
            </p:cNvSpPr>
            <p:nvPr/>
          </p:nvSpPr>
          <p:spPr bwMode="auto">
            <a:xfrm>
              <a:off x="2404" y="1060"/>
              <a:ext cx="184" cy="184"/>
            </a:xfrm>
            <a:prstGeom prst="rect">
              <a:avLst/>
            </a:prstGeom>
            <a:noFill/>
            <a:ln w="12700">
              <a:solidFill>
                <a:schemeClr val="tx2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7448" name="Rectangle 96"/>
            <p:cNvSpPr>
              <a:spLocks noChangeArrowheads="1"/>
            </p:cNvSpPr>
            <p:nvPr/>
          </p:nvSpPr>
          <p:spPr bwMode="auto">
            <a:xfrm>
              <a:off x="2404" y="1540"/>
              <a:ext cx="184" cy="184"/>
            </a:xfrm>
            <a:prstGeom prst="rect">
              <a:avLst/>
            </a:prstGeom>
            <a:noFill/>
            <a:ln w="12700">
              <a:solidFill>
                <a:schemeClr val="tx2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7449" name="Rectangle 97"/>
            <p:cNvSpPr>
              <a:spLocks noChangeArrowheads="1"/>
            </p:cNvSpPr>
            <p:nvPr/>
          </p:nvSpPr>
          <p:spPr bwMode="auto">
            <a:xfrm>
              <a:off x="2290" y="1178"/>
              <a:ext cx="438" cy="36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pPr eaLnBrk="0" hangingPunct="0"/>
              <a:r>
                <a:rPr lang="en-US" sz="3200" b="1">
                  <a:solidFill>
                    <a:schemeClr val="tx2"/>
                  </a:solidFill>
                  <a:latin typeface="Book Antiqua" pitchFamily="18" charset="0"/>
                </a:rPr>
                <a:t>. . .</a:t>
              </a:r>
            </a:p>
          </p:txBody>
        </p:sp>
        <p:grpSp>
          <p:nvGrpSpPr>
            <p:cNvPr id="17450" name="Group 98"/>
            <p:cNvGrpSpPr>
              <a:grpSpLocks/>
            </p:cNvGrpSpPr>
            <p:nvPr/>
          </p:nvGrpSpPr>
          <p:grpSpPr bwMode="auto">
            <a:xfrm>
              <a:off x="4753" y="628"/>
              <a:ext cx="671" cy="1240"/>
              <a:chOff x="4753" y="628"/>
              <a:chExt cx="671" cy="1240"/>
            </a:xfrm>
          </p:grpSpPr>
          <p:sp>
            <p:nvSpPr>
              <p:cNvPr id="17460" name="Oval 99"/>
              <p:cNvSpPr>
                <a:spLocks noChangeArrowheads="1"/>
              </p:cNvSpPr>
              <p:nvPr/>
            </p:nvSpPr>
            <p:spPr bwMode="auto">
              <a:xfrm>
                <a:off x="4757" y="628"/>
                <a:ext cx="663" cy="86"/>
              </a:xfrm>
              <a:prstGeom prst="ellipse">
                <a:avLst/>
              </a:prstGeom>
              <a:noFill/>
              <a:ln w="12700">
                <a:solidFill>
                  <a:schemeClr val="tx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7461" name="Line 100"/>
              <p:cNvSpPr>
                <a:spLocks noChangeShapeType="1"/>
              </p:cNvSpPr>
              <p:nvPr/>
            </p:nvSpPr>
            <p:spPr bwMode="auto">
              <a:xfrm>
                <a:off x="4753" y="675"/>
                <a:ext cx="0" cy="1114"/>
              </a:xfrm>
              <a:prstGeom prst="line">
                <a:avLst/>
              </a:prstGeom>
              <a:noFill/>
              <a:ln w="12700">
                <a:solidFill>
                  <a:schemeClr val="tx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462" name="Line 101"/>
              <p:cNvSpPr>
                <a:spLocks noChangeShapeType="1"/>
              </p:cNvSpPr>
              <p:nvPr/>
            </p:nvSpPr>
            <p:spPr bwMode="auto">
              <a:xfrm>
                <a:off x="5424" y="675"/>
                <a:ext cx="0" cy="1114"/>
              </a:xfrm>
              <a:prstGeom prst="line">
                <a:avLst/>
              </a:prstGeom>
              <a:noFill/>
              <a:ln w="12700">
                <a:solidFill>
                  <a:schemeClr val="tx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463" name="Arc 102"/>
              <p:cNvSpPr>
                <a:spLocks/>
              </p:cNvSpPr>
              <p:nvPr/>
            </p:nvSpPr>
            <p:spPr bwMode="auto">
              <a:xfrm>
                <a:off x="4755" y="1796"/>
                <a:ext cx="663" cy="72"/>
              </a:xfrm>
              <a:custGeom>
                <a:avLst/>
                <a:gdLst>
                  <a:gd name="T0" fmla="*/ 0 w 43200"/>
                  <a:gd name="T1" fmla="*/ 0 h 22220"/>
                  <a:gd name="T2" fmla="*/ 0 w 43200"/>
                  <a:gd name="T3" fmla="*/ 0 h 22220"/>
                  <a:gd name="T4" fmla="*/ 0 w 43200"/>
                  <a:gd name="T5" fmla="*/ 0 h 22220"/>
                  <a:gd name="T6" fmla="*/ 0 60000 65536"/>
                  <a:gd name="T7" fmla="*/ 0 60000 65536"/>
                  <a:gd name="T8" fmla="*/ 0 60000 65536"/>
                  <a:gd name="T9" fmla="*/ 0 w 43200"/>
                  <a:gd name="T10" fmla="*/ 0 h 22220"/>
                  <a:gd name="T11" fmla="*/ 43200 w 43200"/>
                  <a:gd name="T12" fmla="*/ 22220 h 22220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43200" h="22220" fill="none" extrusionOk="0">
                    <a:moveTo>
                      <a:pt x="43191" y="-1"/>
                    </a:moveTo>
                    <a:cubicBezTo>
                      <a:pt x="43197" y="206"/>
                      <a:pt x="43200" y="413"/>
                      <a:pt x="43200" y="620"/>
                    </a:cubicBezTo>
                    <a:cubicBezTo>
                      <a:pt x="43200" y="12549"/>
                      <a:pt x="33529" y="22220"/>
                      <a:pt x="21600" y="22220"/>
                    </a:cubicBezTo>
                    <a:cubicBezTo>
                      <a:pt x="9670" y="22220"/>
                      <a:pt x="0" y="12549"/>
                      <a:pt x="0" y="620"/>
                    </a:cubicBezTo>
                  </a:path>
                  <a:path w="43200" h="22220" stroke="0" extrusionOk="0">
                    <a:moveTo>
                      <a:pt x="43191" y="-1"/>
                    </a:moveTo>
                    <a:cubicBezTo>
                      <a:pt x="43197" y="206"/>
                      <a:pt x="43200" y="413"/>
                      <a:pt x="43200" y="620"/>
                    </a:cubicBezTo>
                    <a:cubicBezTo>
                      <a:pt x="43200" y="12549"/>
                      <a:pt x="33529" y="22220"/>
                      <a:pt x="21600" y="22220"/>
                    </a:cubicBezTo>
                    <a:cubicBezTo>
                      <a:pt x="9670" y="22220"/>
                      <a:pt x="0" y="12549"/>
                      <a:pt x="0" y="620"/>
                    </a:cubicBezTo>
                    <a:lnTo>
                      <a:pt x="21600" y="620"/>
                    </a:lnTo>
                    <a:lnTo>
                      <a:pt x="43191" y="-1"/>
                    </a:lnTo>
                    <a:close/>
                  </a:path>
                </a:pathLst>
              </a:custGeom>
              <a:noFill/>
              <a:ln w="12700" cap="rnd">
                <a:solidFill>
                  <a:schemeClr val="tx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17451" name="Line 103"/>
            <p:cNvSpPr>
              <a:spLocks noChangeShapeType="1"/>
            </p:cNvSpPr>
            <p:nvPr/>
          </p:nvSpPr>
          <p:spPr bwMode="auto">
            <a:xfrm>
              <a:off x="2788" y="1296"/>
              <a:ext cx="232" cy="0"/>
            </a:xfrm>
            <a:prstGeom prst="line">
              <a:avLst/>
            </a:prstGeom>
            <a:noFill/>
            <a:ln w="12700">
              <a:solidFill>
                <a:schemeClr val="tx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452" name="Line 104"/>
            <p:cNvSpPr>
              <a:spLocks noChangeShapeType="1"/>
            </p:cNvSpPr>
            <p:nvPr/>
          </p:nvSpPr>
          <p:spPr bwMode="auto">
            <a:xfrm flipV="1">
              <a:off x="3796" y="908"/>
              <a:ext cx="328" cy="392"/>
            </a:xfrm>
            <a:prstGeom prst="line">
              <a:avLst/>
            </a:prstGeom>
            <a:noFill/>
            <a:ln w="12700">
              <a:solidFill>
                <a:schemeClr val="tx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453" name="Line 105"/>
            <p:cNvSpPr>
              <a:spLocks noChangeShapeType="1"/>
            </p:cNvSpPr>
            <p:nvPr/>
          </p:nvSpPr>
          <p:spPr bwMode="auto">
            <a:xfrm flipV="1">
              <a:off x="3796" y="1196"/>
              <a:ext cx="328" cy="104"/>
            </a:xfrm>
            <a:prstGeom prst="line">
              <a:avLst/>
            </a:prstGeom>
            <a:noFill/>
            <a:ln w="12700">
              <a:solidFill>
                <a:schemeClr val="tx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454" name="Line 106"/>
            <p:cNvSpPr>
              <a:spLocks noChangeShapeType="1"/>
            </p:cNvSpPr>
            <p:nvPr/>
          </p:nvSpPr>
          <p:spPr bwMode="auto">
            <a:xfrm>
              <a:off x="3796" y="1300"/>
              <a:ext cx="328" cy="376"/>
            </a:xfrm>
            <a:prstGeom prst="line">
              <a:avLst/>
            </a:prstGeom>
            <a:noFill/>
            <a:ln w="12700">
              <a:solidFill>
                <a:schemeClr val="tx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455" name="Line 107"/>
            <p:cNvSpPr>
              <a:spLocks noChangeShapeType="1"/>
            </p:cNvSpPr>
            <p:nvPr/>
          </p:nvSpPr>
          <p:spPr bwMode="auto">
            <a:xfrm>
              <a:off x="4420" y="864"/>
              <a:ext cx="376" cy="0"/>
            </a:xfrm>
            <a:prstGeom prst="line">
              <a:avLst/>
            </a:prstGeom>
            <a:noFill/>
            <a:ln w="12700">
              <a:solidFill>
                <a:schemeClr val="tx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456" name="Line 108"/>
            <p:cNvSpPr>
              <a:spLocks noChangeShapeType="1"/>
            </p:cNvSpPr>
            <p:nvPr/>
          </p:nvSpPr>
          <p:spPr bwMode="auto">
            <a:xfrm>
              <a:off x="4420" y="1152"/>
              <a:ext cx="376" cy="0"/>
            </a:xfrm>
            <a:prstGeom prst="line">
              <a:avLst/>
            </a:prstGeom>
            <a:noFill/>
            <a:ln w="12700">
              <a:solidFill>
                <a:schemeClr val="tx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457" name="Line 109"/>
            <p:cNvSpPr>
              <a:spLocks noChangeShapeType="1"/>
            </p:cNvSpPr>
            <p:nvPr/>
          </p:nvSpPr>
          <p:spPr bwMode="auto">
            <a:xfrm>
              <a:off x="4420" y="1680"/>
              <a:ext cx="376" cy="0"/>
            </a:xfrm>
            <a:prstGeom prst="line">
              <a:avLst/>
            </a:prstGeom>
            <a:noFill/>
            <a:ln w="12700">
              <a:solidFill>
                <a:schemeClr val="tx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458" name="Freeform 110"/>
            <p:cNvSpPr>
              <a:spLocks/>
            </p:cNvSpPr>
            <p:nvPr/>
          </p:nvSpPr>
          <p:spPr bwMode="auto">
            <a:xfrm>
              <a:off x="4128" y="1056"/>
              <a:ext cx="266" cy="181"/>
            </a:xfrm>
            <a:custGeom>
              <a:avLst/>
              <a:gdLst>
                <a:gd name="T0" fmla="*/ 0 w 266"/>
                <a:gd name="T1" fmla="*/ 180 h 181"/>
                <a:gd name="T2" fmla="*/ 0 w 266"/>
                <a:gd name="T3" fmla="*/ 0 h 181"/>
                <a:gd name="T4" fmla="*/ 265 w 266"/>
                <a:gd name="T5" fmla="*/ 0 h 181"/>
                <a:gd name="T6" fmla="*/ 265 w 266"/>
                <a:gd name="T7" fmla="*/ 180 h 181"/>
                <a:gd name="T8" fmla="*/ 0 w 266"/>
                <a:gd name="T9" fmla="*/ 180 h 18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66"/>
                <a:gd name="T16" fmla="*/ 0 h 181"/>
                <a:gd name="T17" fmla="*/ 266 w 266"/>
                <a:gd name="T18" fmla="*/ 181 h 181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66" h="181">
                  <a:moveTo>
                    <a:pt x="0" y="180"/>
                  </a:moveTo>
                  <a:lnTo>
                    <a:pt x="0" y="0"/>
                  </a:lnTo>
                  <a:lnTo>
                    <a:pt x="265" y="0"/>
                  </a:lnTo>
                  <a:lnTo>
                    <a:pt x="265" y="180"/>
                  </a:lnTo>
                  <a:lnTo>
                    <a:pt x="0" y="180"/>
                  </a:lnTo>
                </a:path>
              </a:pathLst>
            </a:custGeom>
            <a:noFill/>
            <a:ln w="12700" cap="rnd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459" name="Freeform 111"/>
            <p:cNvSpPr>
              <a:spLocks/>
            </p:cNvSpPr>
            <p:nvPr/>
          </p:nvSpPr>
          <p:spPr bwMode="auto">
            <a:xfrm>
              <a:off x="4128" y="720"/>
              <a:ext cx="266" cy="181"/>
            </a:xfrm>
            <a:custGeom>
              <a:avLst/>
              <a:gdLst>
                <a:gd name="T0" fmla="*/ 0 w 266"/>
                <a:gd name="T1" fmla="*/ 180 h 181"/>
                <a:gd name="T2" fmla="*/ 0 w 266"/>
                <a:gd name="T3" fmla="*/ 0 h 181"/>
                <a:gd name="T4" fmla="*/ 265 w 266"/>
                <a:gd name="T5" fmla="*/ 0 h 181"/>
                <a:gd name="T6" fmla="*/ 265 w 266"/>
                <a:gd name="T7" fmla="*/ 180 h 181"/>
                <a:gd name="T8" fmla="*/ 0 w 266"/>
                <a:gd name="T9" fmla="*/ 180 h 18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66"/>
                <a:gd name="T16" fmla="*/ 0 h 181"/>
                <a:gd name="T17" fmla="*/ 266 w 266"/>
                <a:gd name="T18" fmla="*/ 181 h 181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66" h="181">
                  <a:moveTo>
                    <a:pt x="0" y="180"/>
                  </a:moveTo>
                  <a:lnTo>
                    <a:pt x="0" y="0"/>
                  </a:lnTo>
                  <a:lnTo>
                    <a:pt x="265" y="0"/>
                  </a:lnTo>
                  <a:lnTo>
                    <a:pt x="265" y="180"/>
                  </a:lnTo>
                  <a:lnTo>
                    <a:pt x="0" y="180"/>
                  </a:lnTo>
                </a:path>
              </a:pathLst>
            </a:custGeom>
            <a:noFill/>
            <a:ln w="12700" cap="rnd" cmpd="sng">
              <a:solidFill>
                <a:schemeClr val="tx2"/>
              </a:solidFill>
              <a:prstDash val="solid"/>
              <a:round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7416" name="Rectangle 112"/>
          <p:cNvSpPr>
            <a:spLocks noChangeArrowheads="1"/>
          </p:cNvSpPr>
          <p:nvPr/>
        </p:nvSpPr>
        <p:spPr bwMode="auto">
          <a:xfrm>
            <a:off x="3027362" y="914399"/>
            <a:ext cx="3124200" cy="2286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/>
          <a:lstStyle/>
          <a:p>
            <a:pPr>
              <a:spcBef>
                <a:spcPct val="20000"/>
              </a:spcBef>
              <a:buClr>
                <a:schemeClr val="folHlink"/>
              </a:buClr>
              <a:buSzPct val="75000"/>
              <a:buFont typeface="Wingdings" pitchFamily="2" charset="2"/>
              <a:buChar char="n"/>
            </a:pPr>
            <a:endParaRPr lang="en-US" dirty="0">
              <a:solidFill>
                <a:schemeClr val="tx2"/>
              </a:solidFill>
              <a:latin typeface="Book Antiqua" pitchFamily="18" charset="0"/>
            </a:endParaRPr>
          </a:p>
        </p:txBody>
      </p:sp>
      <p:sp>
        <p:nvSpPr>
          <p:cNvPr id="17417" name="Rectangle 113"/>
          <p:cNvSpPr>
            <a:spLocks noChangeArrowheads="1"/>
          </p:cNvSpPr>
          <p:nvPr/>
        </p:nvSpPr>
        <p:spPr bwMode="auto">
          <a:xfrm>
            <a:off x="3001014" y="4419599"/>
            <a:ext cx="2959100" cy="2286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/>
          <a:lstStyle/>
          <a:p>
            <a:pPr eaLnBrk="0" hangingPunct="0">
              <a:spcBef>
                <a:spcPct val="20000"/>
              </a:spcBef>
              <a:buClr>
                <a:schemeClr val="tx1"/>
              </a:buClr>
              <a:buSzPct val="75000"/>
              <a:buFont typeface="Monotype Sorts" charset="0"/>
              <a:buNone/>
            </a:pPr>
            <a:endParaRPr lang="en-US" dirty="0">
              <a:solidFill>
                <a:schemeClr val="tx2"/>
              </a:solidFill>
              <a:latin typeface="Book Antiqua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2154142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5" name="Rectangle 2"/>
          <p:cNvSpPr>
            <a:spLocks noGrp="1" noChangeArrowheads="1"/>
          </p:cNvSpPr>
          <p:nvPr>
            <p:ph type="ctrTitle" idx="4294967295"/>
          </p:nvPr>
        </p:nvSpPr>
        <p:spPr>
          <a:xfrm>
            <a:off x="609600" y="649070"/>
            <a:ext cx="10134600" cy="646331"/>
          </a:xfrm>
          <a:noFill/>
        </p:spPr>
        <p:txBody>
          <a:bodyPr/>
          <a:lstStyle/>
          <a:p>
            <a:pPr eaLnBrk="1" hangingPunct="1"/>
            <a:r>
              <a:rPr lang="en-US" dirty="0" err="1"/>
              <a:t>Observaţii</a:t>
            </a:r>
            <a:r>
              <a:rPr lang="en-US" dirty="0"/>
              <a:t> </a:t>
            </a:r>
            <a:r>
              <a:rPr lang="en-US" dirty="0" err="1"/>
              <a:t>asupra</a:t>
            </a:r>
            <a:r>
              <a:rPr lang="en-US" dirty="0"/>
              <a:t> Hash-Join</a:t>
            </a:r>
          </a:p>
        </p:txBody>
      </p:sp>
      <p:sp>
        <p:nvSpPr>
          <p:cNvPr id="18436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2209800" y="2492828"/>
            <a:ext cx="8953500" cy="4267200"/>
          </a:xfrm>
          <a:noFill/>
        </p:spPr>
        <p:txBody>
          <a:bodyPr/>
          <a:lstStyle/>
          <a:p>
            <a:pPr marL="228600" indent="-228600" eaLnBrk="1" hangingPunct="1">
              <a:buFont typeface="Wingdings" pitchFamily="2" charset="2"/>
              <a:buChar char="n"/>
            </a:pPr>
            <a:r>
              <a:rPr lang="en-US" dirty="0" err="1">
                <a:cs typeface="Times New Roman" pitchFamily="18" charset="0"/>
              </a:rPr>
              <a:t>Vrem</a:t>
            </a:r>
            <a:r>
              <a:rPr lang="en-US" dirty="0">
                <a:cs typeface="Times New Roman" pitchFamily="18" charset="0"/>
              </a:rPr>
              <a:t> </a:t>
            </a:r>
            <a:r>
              <a:rPr lang="en-US" dirty="0" err="1">
                <a:cs typeface="Times New Roman" pitchFamily="18" charset="0"/>
              </a:rPr>
              <a:t>ca</a:t>
            </a:r>
            <a:r>
              <a:rPr lang="en-US" dirty="0">
                <a:cs typeface="Times New Roman" pitchFamily="18" charset="0"/>
              </a:rPr>
              <a:t> </a:t>
            </a:r>
            <a:r>
              <a:rPr lang="en-US" dirty="0" err="1">
                <a:cs typeface="Times New Roman" pitchFamily="18" charset="0"/>
              </a:rPr>
              <a:t>num</a:t>
            </a:r>
            <a:r>
              <a:rPr lang="vi-VN" sz="3600" dirty="0">
                <a:latin typeface="Book Antiqua" pitchFamily="18" charset="0"/>
              </a:rPr>
              <a:t>ă</a:t>
            </a:r>
            <a:r>
              <a:rPr lang="en-US" sz="3600" dirty="0" err="1">
                <a:latin typeface="Book Antiqua" pitchFamily="18" charset="0"/>
              </a:rPr>
              <a:t>rul</a:t>
            </a:r>
            <a:r>
              <a:rPr lang="en-US" sz="3600" dirty="0">
                <a:latin typeface="Book Antiqua" pitchFamily="18" charset="0"/>
              </a:rPr>
              <a:t> de</a:t>
            </a:r>
            <a:r>
              <a:rPr lang="en-US" dirty="0">
                <a:cs typeface="Times New Roman" pitchFamily="18" charset="0"/>
              </a:rPr>
              <a:t> </a:t>
            </a:r>
            <a:r>
              <a:rPr lang="en-US" dirty="0" err="1">
                <a:solidFill>
                  <a:schemeClr val="folHlink"/>
                </a:solidFill>
              </a:rPr>
              <a:t>partiţii</a:t>
            </a:r>
            <a:r>
              <a:rPr lang="en-US" dirty="0">
                <a:solidFill>
                  <a:schemeClr val="folHlink"/>
                </a:solidFill>
              </a:rPr>
              <a:t> k &lt; B-1</a:t>
            </a:r>
            <a:r>
              <a:rPr lang="en-US" dirty="0"/>
              <a:t>, </a:t>
            </a:r>
            <a:r>
              <a:rPr lang="en-US" dirty="0" err="1"/>
              <a:t>şi</a:t>
            </a:r>
            <a:r>
              <a:rPr lang="en-US" dirty="0"/>
              <a:t> </a:t>
            </a:r>
            <a:r>
              <a:rPr lang="en-US" dirty="0">
                <a:solidFill>
                  <a:schemeClr val="folHlink"/>
                </a:solidFill>
              </a:rPr>
              <a:t>B-2 &gt; </a:t>
            </a:r>
            <a:r>
              <a:rPr lang="en-US" dirty="0" err="1">
                <a:solidFill>
                  <a:schemeClr val="folHlink"/>
                </a:solidFill>
              </a:rPr>
              <a:t>dimensiunea</a:t>
            </a:r>
            <a:r>
              <a:rPr lang="en-US" dirty="0">
                <a:solidFill>
                  <a:schemeClr val="folHlink"/>
                </a:solidFill>
              </a:rPr>
              <a:t> </a:t>
            </a:r>
            <a:r>
              <a:rPr lang="en-US" dirty="0" err="1">
                <a:solidFill>
                  <a:schemeClr val="folHlink"/>
                </a:solidFill>
              </a:rPr>
              <a:t>celei</a:t>
            </a:r>
            <a:r>
              <a:rPr lang="en-US" dirty="0">
                <a:solidFill>
                  <a:schemeClr val="folHlink"/>
                </a:solidFill>
              </a:rPr>
              <a:t> </a:t>
            </a:r>
            <a:r>
              <a:rPr lang="en-US" dirty="0" err="1">
                <a:solidFill>
                  <a:schemeClr val="folHlink"/>
                </a:solidFill>
              </a:rPr>
              <a:t>mai</a:t>
            </a:r>
            <a:r>
              <a:rPr lang="en-US" dirty="0">
                <a:solidFill>
                  <a:schemeClr val="folHlink"/>
                </a:solidFill>
              </a:rPr>
              <a:t> </a:t>
            </a:r>
            <a:r>
              <a:rPr lang="en-US" dirty="0" err="1">
                <a:solidFill>
                  <a:schemeClr val="folHlink"/>
                </a:solidFill>
              </a:rPr>
              <a:t>mari</a:t>
            </a:r>
            <a:r>
              <a:rPr lang="en-US" dirty="0">
                <a:solidFill>
                  <a:schemeClr val="folHlink"/>
                </a:solidFill>
              </a:rPr>
              <a:t> </a:t>
            </a:r>
            <a:r>
              <a:rPr lang="en-US" dirty="0" err="1">
                <a:solidFill>
                  <a:schemeClr val="folHlink"/>
                </a:solidFill>
              </a:rPr>
              <a:t>partiţii</a:t>
            </a:r>
            <a:r>
              <a:rPr lang="en-US" dirty="0"/>
              <a:t>. </a:t>
            </a:r>
          </a:p>
          <a:p>
            <a:pPr marL="971550" lvl="1" indent="-228600" eaLnBrk="1" hangingPunct="1"/>
            <a:r>
              <a:rPr lang="en-US" dirty="0" err="1"/>
              <a:t>dac</a:t>
            </a:r>
            <a:r>
              <a:rPr lang="vi-VN" dirty="0"/>
              <a:t>ă</a:t>
            </a:r>
            <a:r>
              <a:rPr lang="en-US" dirty="0"/>
              <a:t> B &gt;  M </a:t>
            </a:r>
            <a:r>
              <a:rPr lang="en-US" dirty="0" err="1"/>
              <a:t>condiţia</a:t>
            </a:r>
            <a:r>
              <a:rPr lang="en-US" dirty="0"/>
              <a:t> </a:t>
            </a:r>
            <a:r>
              <a:rPr lang="en-US" dirty="0" err="1"/>
              <a:t>este</a:t>
            </a:r>
            <a:r>
              <a:rPr lang="en-US" dirty="0"/>
              <a:t> </a:t>
            </a:r>
            <a:r>
              <a:rPr lang="en-US" dirty="0" err="1"/>
              <a:t>indeplinit</a:t>
            </a:r>
            <a:r>
              <a:rPr lang="vi-VN" dirty="0"/>
              <a:t>ă</a:t>
            </a:r>
            <a:endParaRPr lang="en-US" dirty="0"/>
          </a:p>
          <a:p>
            <a:pPr marL="228600" indent="-228600" eaLnBrk="1" hangingPunct="1">
              <a:buFont typeface="Wingdings" pitchFamily="2" charset="2"/>
              <a:buChar char="n"/>
            </a:pPr>
            <a:r>
              <a:rPr lang="en-US" dirty="0">
                <a:latin typeface="Book Antiqua" pitchFamily="18" charset="0"/>
              </a:rPr>
              <a:t> </a:t>
            </a:r>
            <a:r>
              <a:rPr lang="en-US" dirty="0" err="1">
                <a:latin typeface="Book Antiqua" pitchFamily="18" charset="0"/>
              </a:rPr>
              <a:t>Tabel</a:t>
            </a:r>
            <a:r>
              <a:rPr lang="vi-VN" dirty="0">
                <a:latin typeface="Book Antiqua" pitchFamily="18" charset="0"/>
              </a:rPr>
              <a:t>ă</a:t>
            </a:r>
            <a:r>
              <a:rPr lang="en-US" dirty="0">
                <a:latin typeface="Book Antiqua" pitchFamily="18" charset="0"/>
              </a:rPr>
              <a:t> de </a:t>
            </a:r>
            <a:r>
              <a:rPr lang="en-US" dirty="0" err="1">
                <a:latin typeface="Book Antiqua" pitchFamily="18" charset="0"/>
              </a:rPr>
              <a:t>dispersie</a:t>
            </a:r>
            <a:r>
              <a:rPr lang="en-US" dirty="0">
                <a:latin typeface="Book Antiqua" pitchFamily="18" charset="0"/>
              </a:rPr>
              <a:t> (</a:t>
            </a:r>
            <a:r>
              <a:rPr lang="en-US" dirty="0" err="1">
                <a:latin typeface="Book Antiqua" pitchFamily="18" charset="0"/>
              </a:rPr>
              <a:t>performanţ</a:t>
            </a:r>
            <a:r>
              <a:rPr lang="vi-VN" dirty="0">
                <a:latin typeface="Book Antiqua" pitchFamily="18" charset="0"/>
              </a:rPr>
              <a:t>ă</a:t>
            </a:r>
            <a:r>
              <a:rPr lang="en-US" dirty="0">
                <a:latin typeface="Book Antiqua" pitchFamily="18" charset="0"/>
              </a:rPr>
              <a:t>)</a:t>
            </a:r>
            <a:endParaRPr lang="en-US" dirty="0"/>
          </a:p>
          <a:p>
            <a:pPr marL="228600" indent="-228600" eaLnBrk="1" hangingPunct="1">
              <a:buFont typeface="Wingdings" pitchFamily="2" charset="2"/>
              <a:buChar char="n"/>
            </a:pPr>
            <a:r>
              <a:rPr lang="en-US" dirty="0"/>
              <a:t> </a:t>
            </a:r>
            <a:r>
              <a:rPr lang="en-US" dirty="0" err="1"/>
              <a:t>Dac</a:t>
            </a:r>
            <a:r>
              <a:rPr lang="vi-VN" dirty="0"/>
              <a:t>ă </a:t>
            </a:r>
            <a:r>
              <a:rPr lang="en-US" dirty="0" err="1"/>
              <a:t>sunt</a:t>
            </a:r>
            <a:r>
              <a:rPr lang="en-US" dirty="0"/>
              <a:t> </a:t>
            </a:r>
            <a:r>
              <a:rPr lang="en-US" dirty="0" err="1"/>
              <a:t>partiţii</a:t>
            </a:r>
            <a:r>
              <a:rPr lang="en-US" dirty="0"/>
              <a:t> </a:t>
            </a:r>
            <a:r>
              <a:rPr lang="en-US" dirty="0" err="1"/>
              <a:t>ce</a:t>
            </a:r>
            <a:r>
              <a:rPr lang="en-US" dirty="0"/>
              <a:t> nu </a:t>
            </a:r>
            <a:r>
              <a:rPr lang="en-US" dirty="0" err="1"/>
              <a:t>încap</a:t>
            </a:r>
            <a:r>
              <a:rPr lang="en-US" dirty="0"/>
              <a:t> </a:t>
            </a:r>
            <a:r>
              <a:rPr lang="en-US" dirty="0" err="1"/>
              <a:t>în</a:t>
            </a:r>
            <a:r>
              <a:rPr lang="en-US" dirty="0"/>
              <a:t> </a:t>
            </a:r>
            <a:r>
              <a:rPr lang="en-US" dirty="0" err="1"/>
              <a:t>memoria</a:t>
            </a:r>
            <a:r>
              <a:rPr lang="en-US" dirty="0"/>
              <a:t> intern</a:t>
            </a:r>
            <a:r>
              <a:rPr lang="vi-VN" dirty="0"/>
              <a:t>ă</a:t>
            </a:r>
            <a:r>
              <a:rPr lang="en-US" dirty="0"/>
              <a:t> → </a:t>
            </a:r>
            <a:r>
              <a:rPr lang="en-US" i="1" dirty="0"/>
              <a:t>hash-join</a:t>
            </a:r>
            <a:r>
              <a:rPr lang="en-US" dirty="0"/>
              <a:t> </a:t>
            </a:r>
            <a:r>
              <a:rPr lang="en-US" dirty="0" err="1"/>
              <a:t>recursiv</a:t>
            </a:r>
            <a:endParaRPr lang="en-US" dirty="0"/>
          </a:p>
        </p:txBody>
      </p:sp>
      <p:grpSp>
        <p:nvGrpSpPr>
          <p:cNvPr id="18437" name="Group 4"/>
          <p:cNvGrpSpPr>
            <a:grpSpLocks/>
          </p:cNvGrpSpPr>
          <p:nvPr/>
        </p:nvGrpSpPr>
        <p:grpSpPr bwMode="auto">
          <a:xfrm>
            <a:off x="4610100" y="3581400"/>
            <a:ext cx="457200" cy="533400"/>
            <a:chOff x="1152" y="2256"/>
            <a:chExt cx="288" cy="144"/>
          </a:xfrm>
        </p:grpSpPr>
        <p:sp>
          <p:nvSpPr>
            <p:cNvPr id="18438" name="Line 5"/>
            <p:cNvSpPr>
              <a:spLocks noChangeShapeType="1"/>
            </p:cNvSpPr>
            <p:nvPr/>
          </p:nvSpPr>
          <p:spPr bwMode="auto">
            <a:xfrm>
              <a:off x="1152" y="2256"/>
              <a:ext cx="48" cy="144"/>
            </a:xfrm>
            <a:prstGeom prst="line">
              <a:avLst/>
            </a:prstGeom>
            <a:noFill/>
            <a:ln w="9525">
              <a:solidFill>
                <a:schemeClr val="tx2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18439" name="Line 6"/>
            <p:cNvSpPr>
              <a:spLocks noChangeShapeType="1"/>
            </p:cNvSpPr>
            <p:nvPr/>
          </p:nvSpPr>
          <p:spPr bwMode="auto">
            <a:xfrm flipV="1">
              <a:off x="1200" y="2256"/>
              <a:ext cx="48" cy="144"/>
            </a:xfrm>
            <a:prstGeom prst="line">
              <a:avLst/>
            </a:prstGeom>
            <a:noFill/>
            <a:ln w="9525">
              <a:solidFill>
                <a:schemeClr val="tx2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18440" name="Line 7"/>
            <p:cNvSpPr>
              <a:spLocks noChangeShapeType="1"/>
            </p:cNvSpPr>
            <p:nvPr/>
          </p:nvSpPr>
          <p:spPr bwMode="auto">
            <a:xfrm>
              <a:off x="1248" y="2256"/>
              <a:ext cx="192" cy="0"/>
            </a:xfrm>
            <a:prstGeom prst="line">
              <a:avLst/>
            </a:prstGeom>
            <a:noFill/>
            <a:ln w="9525">
              <a:solidFill>
                <a:schemeClr val="tx2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76352316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9" name="Rectangle 2"/>
          <p:cNvSpPr>
            <a:spLocks noGrp="1" noChangeArrowheads="1"/>
          </p:cNvSpPr>
          <p:nvPr>
            <p:ph type="ctrTitle" idx="4294967295"/>
          </p:nvPr>
        </p:nvSpPr>
        <p:spPr>
          <a:xfrm>
            <a:off x="533400" y="649070"/>
            <a:ext cx="10134600" cy="646331"/>
          </a:xfrm>
          <a:noFill/>
        </p:spPr>
        <p:txBody>
          <a:bodyPr/>
          <a:lstStyle/>
          <a:p>
            <a:pPr eaLnBrk="1" hangingPunct="1"/>
            <a:r>
              <a:rPr lang="en-US" dirty="0" err="1"/>
              <a:t>Costul</a:t>
            </a:r>
            <a:r>
              <a:rPr lang="en-US" dirty="0"/>
              <a:t> Hash-Join</a:t>
            </a:r>
          </a:p>
        </p:txBody>
      </p:sp>
      <p:sp>
        <p:nvSpPr>
          <p:cNvPr id="19460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600200" y="2057400"/>
            <a:ext cx="10134600" cy="4572000"/>
          </a:xfrm>
          <a:noFill/>
        </p:spPr>
        <p:txBody>
          <a:bodyPr/>
          <a:lstStyle/>
          <a:p>
            <a:pPr marL="228600" indent="-228600" eaLnBrk="1" hangingPunct="1">
              <a:buFont typeface="Wingdings" pitchFamily="2" charset="2"/>
              <a:buChar char="n"/>
            </a:pPr>
            <a:endParaRPr lang="en-US" sz="2400" dirty="0">
              <a:solidFill>
                <a:schemeClr val="folHlink"/>
              </a:solidFill>
            </a:endParaRPr>
          </a:p>
          <a:p>
            <a:pPr marL="228600" indent="-228600" eaLnBrk="1" hangingPunct="1">
              <a:buFont typeface="Wingdings" pitchFamily="2" charset="2"/>
              <a:buChar char="n"/>
            </a:pPr>
            <a:r>
              <a:rPr lang="en-US" sz="2400" dirty="0">
                <a:solidFill>
                  <a:schemeClr val="folHlink"/>
                </a:solidFill>
              </a:rPr>
              <a:t>3(M+N)</a:t>
            </a:r>
            <a:r>
              <a:rPr lang="en-US" sz="2400" dirty="0">
                <a:solidFill>
                  <a:schemeClr val="accent2"/>
                </a:solidFill>
              </a:rPr>
              <a:t> </a:t>
            </a:r>
            <a:r>
              <a:rPr lang="en-US" sz="2400" dirty="0"/>
              <a:t>I/</a:t>
            </a:r>
            <a:r>
              <a:rPr lang="en-US" sz="2400" dirty="0" err="1"/>
              <a:t>Os</a:t>
            </a:r>
            <a:r>
              <a:rPr lang="en-US" sz="2400" dirty="0"/>
              <a:t>.</a:t>
            </a:r>
          </a:p>
          <a:p>
            <a:pPr marL="228600" indent="-228600" eaLnBrk="1" hangingPunct="1">
              <a:buFont typeface="Wingdings" pitchFamily="2" charset="2"/>
              <a:buChar char="n"/>
            </a:pPr>
            <a:endParaRPr lang="en-US" sz="2400" dirty="0"/>
          </a:p>
          <a:p>
            <a:pPr marL="228600" indent="-228600" eaLnBrk="1" hangingPunct="1">
              <a:buFont typeface="Wingdings" pitchFamily="2" charset="2"/>
              <a:buChar char="n"/>
            </a:pPr>
            <a:endParaRPr lang="en-US" sz="2400" dirty="0"/>
          </a:p>
          <a:p>
            <a:pPr marL="228600" indent="-228600" eaLnBrk="1" hangingPunct="1">
              <a:buFont typeface="Wingdings" pitchFamily="2" charset="2"/>
              <a:buChar char="n"/>
            </a:pPr>
            <a:r>
              <a:rPr lang="en-US" sz="2400" dirty="0"/>
              <a:t>Sort-Merge Join vs. Hash Join:</a:t>
            </a:r>
          </a:p>
          <a:p>
            <a:pPr marL="749300" lvl="1" indent="-177800" eaLnBrk="1" hangingPunct="1">
              <a:buSzPct val="75000"/>
            </a:pPr>
            <a:r>
              <a:rPr lang="en-US" sz="2400" i="1" dirty="0"/>
              <a:t> Hash Join </a:t>
            </a:r>
            <a:r>
              <a:rPr lang="en-US" sz="2400" dirty="0"/>
              <a:t>e superior </a:t>
            </a:r>
            <a:r>
              <a:rPr lang="en-US" sz="2400" dirty="0" err="1"/>
              <a:t>dac</a:t>
            </a:r>
            <a:r>
              <a:rPr lang="vi-VN" sz="2400" dirty="0"/>
              <a:t>ă </a:t>
            </a:r>
            <a:r>
              <a:rPr lang="en-US" sz="2400" dirty="0" err="1"/>
              <a:t>dimensiunea</a:t>
            </a:r>
            <a:r>
              <a:rPr lang="en-US" sz="2400" dirty="0"/>
              <a:t> </a:t>
            </a:r>
            <a:r>
              <a:rPr lang="en-US" sz="2400" dirty="0" err="1"/>
              <a:t>tablelor</a:t>
            </a:r>
            <a:r>
              <a:rPr lang="en-US" sz="2400" dirty="0"/>
              <a:t> </a:t>
            </a:r>
            <a:r>
              <a:rPr lang="en-US" sz="2400" dirty="0" err="1"/>
              <a:t>difer</a:t>
            </a:r>
            <a:r>
              <a:rPr lang="vi-VN" sz="2400" dirty="0"/>
              <a:t>ă</a:t>
            </a:r>
            <a:r>
              <a:rPr lang="en-US" sz="2400" dirty="0"/>
              <a:t> f </a:t>
            </a:r>
            <a:r>
              <a:rPr lang="en-US" sz="2400" dirty="0" err="1"/>
              <a:t>mult</a:t>
            </a:r>
            <a:r>
              <a:rPr lang="en-US" sz="2400" dirty="0"/>
              <a:t> </a:t>
            </a:r>
            <a:r>
              <a:rPr lang="en-US" sz="2400" dirty="0" err="1"/>
              <a:t>si</a:t>
            </a:r>
            <a:r>
              <a:rPr lang="en-US" sz="2400" dirty="0"/>
              <a:t> </a:t>
            </a:r>
            <a:r>
              <a:rPr lang="en-US" sz="2400" dirty="0" err="1"/>
              <a:t>este</a:t>
            </a:r>
            <a:r>
              <a:rPr lang="en-US" sz="2400" dirty="0"/>
              <a:t> </a:t>
            </a:r>
            <a:r>
              <a:rPr lang="en-US" sz="2400" dirty="0" err="1"/>
              <a:t>paralelizabil</a:t>
            </a:r>
            <a:r>
              <a:rPr lang="en-US" sz="2400" dirty="0"/>
              <a:t>.</a:t>
            </a:r>
          </a:p>
          <a:p>
            <a:pPr marL="749300" lvl="1" indent="-177800" eaLnBrk="1" hangingPunct="1">
              <a:buSzPct val="75000"/>
            </a:pPr>
            <a:r>
              <a:rPr lang="en-US" sz="2400" dirty="0"/>
              <a:t> </a:t>
            </a:r>
            <a:r>
              <a:rPr lang="en-US" sz="2400" i="1" dirty="0"/>
              <a:t>Sort-Merge Join</a:t>
            </a:r>
            <a:r>
              <a:rPr lang="en-US" sz="2400" dirty="0"/>
              <a:t> e </a:t>
            </a:r>
            <a:r>
              <a:rPr lang="en-US" sz="2400" dirty="0" err="1"/>
              <a:t>mai</a:t>
            </a:r>
            <a:r>
              <a:rPr lang="en-US" sz="2400" dirty="0"/>
              <a:t> </a:t>
            </a:r>
            <a:r>
              <a:rPr lang="en-US" sz="2400" dirty="0" err="1"/>
              <a:t>puţin</a:t>
            </a:r>
            <a:r>
              <a:rPr lang="en-US" sz="2400" dirty="0"/>
              <a:t> </a:t>
            </a:r>
            <a:r>
              <a:rPr lang="en-US" sz="2400" dirty="0" err="1"/>
              <a:t>sensibil</a:t>
            </a:r>
            <a:r>
              <a:rPr lang="en-US" sz="2400" dirty="0"/>
              <a:t> la </a:t>
            </a:r>
            <a:r>
              <a:rPr lang="en-US" sz="2400" dirty="0" err="1"/>
              <a:t>modific</a:t>
            </a:r>
            <a:r>
              <a:rPr lang="vi-VN" sz="2400" dirty="0"/>
              <a:t>ă</a:t>
            </a:r>
            <a:r>
              <a:rPr lang="en-US" sz="2400" dirty="0" err="1"/>
              <a:t>ri</a:t>
            </a:r>
            <a:r>
              <a:rPr lang="en-US" sz="2400" dirty="0"/>
              <a:t> de </a:t>
            </a:r>
            <a:r>
              <a:rPr lang="en-US" sz="2400" dirty="0" err="1"/>
              <a:t>dimensiune</a:t>
            </a:r>
            <a:r>
              <a:rPr lang="en-US" sz="2400" dirty="0"/>
              <a:t> a </a:t>
            </a:r>
            <a:r>
              <a:rPr lang="en-US" sz="2400" dirty="0" err="1"/>
              <a:t>datelor</a:t>
            </a:r>
            <a:r>
              <a:rPr lang="en-US" sz="2400" dirty="0"/>
              <a:t>; </a:t>
            </a:r>
            <a:r>
              <a:rPr lang="en-US" sz="2400" dirty="0" err="1"/>
              <a:t>rezultatul</a:t>
            </a:r>
            <a:r>
              <a:rPr lang="en-US" sz="2400" dirty="0"/>
              <a:t> </a:t>
            </a:r>
            <a:r>
              <a:rPr lang="en-US" sz="2400" dirty="0" err="1"/>
              <a:t>este</a:t>
            </a:r>
            <a:r>
              <a:rPr lang="en-US" sz="2400" dirty="0"/>
              <a:t> </a:t>
            </a:r>
            <a:r>
              <a:rPr lang="en-US" sz="2400" dirty="0" err="1"/>
              <a:t>sortat</a:t>
            </a:r>
            <a:r>
              <a:rPr lang="en-US" sz="24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340233385"/>
      </p:ext>
    </p:extLst>
  </p:cSld>
  <p:clrMapOvr>
    <a:masterClrMapping/>
  </p:clrMapOvr>
</p:sld>
</file>

<file path=ppt/theme/theme1.xml><?xml version="1.0" encoding="utf-8"?>
<a:theme xmlns:a="http://schemas.openxmlformats.org/drawingml/2006/main" name="Bold Stripes">
  <a:themeElements>
    <a:clrScheme name="Bold Stripes 2">
      <a:dk1>
        <a:srgbClr val="000000"/>
      </a:dk1>
      <a:lt1>
        <a:srgbClr val="EAEAEA"/>
      </a:lt1>
      <a:dk2>
        <a:srgbClr val="003366"/>
      </a:dk2>
      <a:lt2>
        <a:srgbClr val="EAEAEA"/>
      </a:lt2>
      <a:accent1>
        <a:srgbClr val="FFFFFF"/>
      </a:accent1>
      <a:accent2>
        <a:srgbClr val="DDDDDD"/>
      </a:accent2>
      <a:accent3>
        <a:srgbClr val="F3F3F3"/>
      </a:accent3>
      <a:accent4>
        <a:srgbClr val="000000"/>
      </a:accent4>
      <a:accent5>
        <a:srgbClr val="FFFFFF"/>
      </a:accent5>
      <a:accent6>
        <a:srgbClr val="C8C8C8"/>
      </a:accent6>
      <a:hlink>
        <a:srgbClr val="336699"/>
      </a:hlink>
      <a:folHlink>
        <a:srgbClr val="9A0000"/>
      </a:folHlink>
    </a:clrScheme>
    <a:fontScheme name="Bold Stripes">
      <a:majorFont>
        <a:latin typeface="Book Antiqua"/>
        <a:ea typeface=""/>
        <a:cs typeface=""/>
      </a:majorFont>
      <a:minorFont>
        <a:latin typeface="Book Antiqu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miter lim="800000"/>
          <a:headEnd type="none" w="med" len="med"/>
          <a:tailEnd type="non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Verdana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miter lim="800000"/>
          <a:headEnd type="none" w="med" len="med"/>
          <a:tailEnd type="non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Verdana" pitchFamily="34" charset="0"/>
          </a:defRPr>
        </a:defPPr>
      </a:lstStyle>
    </a:lnDef>
  </a:objectDefaults>
  <a:extraClrSchemeLst>
    <a:extraClrScheme>
      <a:clrScheme name="Bold Stripes 1">
        <a:dk1>
          <a:srgbClr val="356677"/>
        </a:dk1>
        <a:lt1>
          <a:srgbClr val="FFFFFF"/>
        </a:lt1>
        <a:dk2>
          <a:srgbClr val="3E798E"/>
        </a:dk2>
        <a:lt2>
          <a:srgbClr val="FFFFCC"/>
        </a:lt2>
        <a:accent1>
          <a:srgbClr val="7FA0B1"/>
        </a:accent1>
        <a:accent2>
          <a:srgbClr val="3A7184"/>
        </a:accent2>
        <a:accent3>
          <a:srgbClr val="AFBEC6"/>
        </a:accent3>
        <a:accent4>
          <a:srgbClr val="DADADA"/>
        </a:accent4>
        <a:accent5>
          <a:srgbClr val="C0CDD5"/>
        </a:accent5>
        <a:accent6>
          <a:srgbClr val="346677"/>
        </a:accent6>
        <a:hlink>
          <a:srgbClr val="FFBF0B"/>
        </a:hlink>
        <a:folHlink>
          <a:srgbClr val="CC99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old Stripes 2">
        <a:dk1>
          <a:srgbClr val="000000"/>
        </a:dk1>
        <a:lt1>
          <a:srgbClr val="EAEAEA"/>
        </a:lt1>
        <a:dk2>
          <a:srgbClr val="003366"/>
        </a:dk2>
        <a:lt2>
          <a:srgbClr val="EAEAEA"/>
        </a:lt2>
        <a:accent1>
          <a:srgbClr val="FFFFFF"/>
        </a:accent1>
        <a:accent2>
          <a:srgbClr val="DDDDDD"/>
        </a:accent2>
        <a:accent3>
          <a:srgbClr val="F3F3F3"/>
        </a:accent3>
        <a:accent4>
          <a:srgbClr val="000000"/>
        </a:accent4>
        <a:accent5>
          <a:srgbClr val="FFFFFF"/>
        </a:accent5>
        <a:accent6>
          <a:srgbClr val="C8C8C8"/>
        </a:accent6>
        <a:hlink>
          <a:srgbClr val="336699"/>
        </a:hlink>
        <a:folHlink>
          <a:srgbClr val="9A00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old Stripes 3">
        <a:dk1>
          <a:srgbClr val="000000"/>
        </a:dk1>
        <a:lt1>
          <a:srgbClr val="EAEAEA"/>
        </a:lt1>
        <a:dk2>
          <a:srgbClr val="000000"/>
        </a:dk2>
        <a:lt2>
          <a:srgbClr val="EAEAEA"/>
        </a:lt2>
        <a:accent1>
          <a:srgbClr val="FFFFFF"/>
        </a:accent1>
        <a:accent2>
          <a:srgbClr val="DDDDDD"/>
        </a:accent2>
        <a:accent3>
          <a:srgbClr val="F3F3F3"/>
        </a:accent3>
        <a:accent4>
          <a:srgbClr val="000000"/>
        </a:accent4>
        <a:accent5>
          <a:srgbClr val="FFFFFF"/>
        </a:accent5>
        <a:accent6>
          <a:srgbClr val="C8C8C8"/>
        </a:accent6>
        <a:hlink>
          <a:srgbClr val="777777"/>
        </a:hlink>
        <a:folHlink>
          <a:srgbClr val="96969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old Stripes 4">
        <a:dk1>
          <a:srgbClr val="492417"/>
        </a:dk1>
        <a:lt1>
          <a:srgbClr val="D4D5C3"/>
        </a:lt1>
        <a:dk2>
          <a:srgbClr val="6E4900"/>
        </a:dk2>
        <a:lt2>
          <a:srgbClr val="B9BA9C"/>
        </a:lt2>
        <a:accent1>
          <a:srgbClr val="DBD8CF"/>
        </a:accent1>
        <a:accent2>
          <a:srgbClr val="C7C8B0"/>
        </a:accent2>
        <a:accent3>
          <a:srgbClr val="E6E7DE"/>
        </a:accent3>
        <a:accent4>
          <a:srgbClr val="3D1D12"/>
        </a:accent4>
        <a:accent5>
          <a:srgbClr val="EAE9E4"/>
        </a:accent5>
        <a:accent6>
          <a:srgbClr val="B4B59F"/>
        </a:accent6>
        <a:hlink>
          <a:srgbClr val="CC9900"/>
        </a:hlink>
        <a:folHlink>
          <a:srgbClr val="80808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C3C806042CA7DD42833D252FEF2A59B5" ma:contentTypeVersion="0" ma:contentTypeDescription="Create a new document." ma:contentTypeScope="" ma:versionID="496b7bbd6d38f9c8cd445de29e24a3da">
  <xsd:schema xmlns:xsd="http://www.w3.org/2001/XMLSchema" xmlns:xs="http://www.w3.org/2001/XMLSchema" xmlns:p="http://schemas.microsoft.com/office/2006/metadata/properties" targetNamespace="http://schemas.microsoft.com/office/2006/metadata/properties" ma:root="true" ma:fieldsID="500c6692915ba10984c0aabd49f31b22">
    <xsd:element name="properties">
      <xsd:complexType>
        <xsd:sequence>
          <xsd:element name="documentManagement">
            <xsd:complexType>
              <xsd:all/>
            </xsd:complexType>
          </xsd:element>
        </xsd:sequence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FB356160-EB8B-4981-B04D-2AB1E9C6EC77}"/>
</file>

<file path=customXml/itemProps2.xml><?xml version="1.0" encoding="utf-8"?>
<ds:datastoreItem xmlns:ds="http://schemas.openxmlformats.org/officeDocument/2006/customXml" ds:itemID="{CB473AF6-38C2-4AB5-B49D-FE6C083794E1}"/>
</file>

<file path=customXml/itemProps3.xml><?xml version="1.0" encoding="utf-8"?>
<ds:datastoreItem xmlns:ds="http://schemas.openxmlformats.org/officeDocument/2006/customXml" ds:itemID="{1B735EC8-5250-4D80-9E2A-585BCBD61B88}"/>
</file>

<file path=docProps/app.xml><?xml version="1.0" encoding="utf-8"?>
<Properties xmlns="http://schemas.openxmlformats.org/officeDocument/2006/extended-properties" xmlns:vt="http://schemas.openxmlformats.org/officeDocument/2006/docPropsVTypes">
  <Template>C:\Program Files\Microsoft Office\Templates\Presentation Designs\Bold Stripes.pot</Template>
  <TotalTime>146</TotalTime>
  <Words>1848</Words>
  <Application>Microsoft Office PowerPoint</Application>
  <PresentationFormat>Widescreen</PresentationFormat>
  <Paragraphs>216</Paragraphs>
  <Slides>24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24</vt:i4>
      </vt:variant>
    </vt:vector>
  </HeadingPairs>
  <TitlesOfParts>
    <vt:vector size="35" baseType="lpstr">
      <vt:lpstr>Arial</vt:lpstr>
      <vt:lpstr>Book Antiqua</vt:lpstr>
      <vt:lpstr>Calibri</vt:lpstr>
      <vt:lpstr>Calibri Light</vt:lpstr>
      <vt:lpstr>Courier New</vt:lpstr>
      <vt:lpstr>Monotype Sorts</vt:lpstr>
      <vt:lpstr>Times New Roman</vt:lpstr>
      <vt:lpstr>Verdana</vt:lpstr>
      <vt:lpstr>Wingdings</vt:lpstr>
      <vt:lpstr>Bold Stripes</vt:lpstr>
      <vt:lpstr>Office Theme</vt:lpstr>
      <vt:lpstr>PowerPoint Presentation</vt:lpstr>
      <vt:lpstr>Operatori relaţionali</vt:lpstr>
      <vt:lpstr>PowerPoint Presentation</vt:lpstr>
      <vt:lpstr>Evaluarea operatorilor relaţionali</vt:lpstr>
      <vt:lpstr>Structura folosită în exemple</vt:lpstr>
      <vt:lpstr>Implementare join bazat pe egalitatea a două câmpuri</vt:lpstr>
      <vt:lpstr>Implementare join bazat pe egalitatea a două câmpuri</vt:lpstr>
      <vt:lpstr>Implementare join bazat pe egalitatea a două câmpuri</vt:lpstr>
      <vt:lpstr>Tehnici de implementare a operatorului Join</vt:lpstr>
      <vt:lpstr>Simple Nested Loops Join</vt:lpstr>
      <vt:lpstr>Page Oriented Nested Loops Join</vt:lpstr>
      <vt:lpstr>Block Nested Loops Join</vt:lpstr>
      <vt:lpstr>Exemplu pentru Block Nested Loops</vt:lpstr>
      <vt:lpstr>Index Nested Loops Join</vt:lpstr>
      <vt:lpstr>Index Nested Loops Join</vt:lpstr>
      <vt:lpstr>Index Nested Loops Join</vt:lpstr>
      <vt:lpstr>Exemplu pentru Index Nested Loops</vt:lpstr>
      <vt:lpstr>Exemplu pentru Index Nested Loops</vt:lpstr>
      <vt:lpstr>Sort-Merge Join  (R i=j S)</vt:lpstr>
      <vt:lpstr>Exemplu pentru Sort-Merge Join</vt:lpstr>
      <vt:lpstr>Rafinare algoritm Sort-Merge Join</vt:lpstr>
      <vt:lpstr>Hash-Join</vt:lpstr>
      <vt:lpstr>Observaţii asupra Hash-Join</vt:lpstr>
      <vt:lpstr>Costul Hash-Join</vt:lpstr>
    </vt:vector>
  </TitlesOfParts>
  <Company>Atreides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Dan Suciu</dc:creator>
  <cp:lastModifiedBy>Dan Suciu</cp:lastModifiedBy>
  <cp:revision>1936</cp:revision>
  <cp:lastPrinted>1601-01-01T00:00:00Z</cp:lastPrinted>
  <dcterms:created xsi:type="dcterms:W3CDTF">2004-02-22T11:33:27Z</dcterms:created>
  <dcterms:modified xsi:type="dcterms:W3CDTF">2023-11-14T17:05:40Z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0x010100C3C806042CA7DD42833D252FEF2A59B5</vt:lpwstr>
  </property>
</Properties>
</file>