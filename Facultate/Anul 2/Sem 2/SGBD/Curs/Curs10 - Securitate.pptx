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66" r:id="rId3"/>
    <p:sldId id="420" r:id="rId4"/>
    <p:sldId id="421" r:id="rId5"/>
    <p:sldId id="423" r:id="rId6"/>
    <p:sldId id="424" r:id="rId7"/>
    <p:sldId id="425" r:id="rId8"/>
    <p:sldId id="426" r:id="rId9"/>
    <p:sldId id="450" r:id="rId10"/>
    <p:sldId id="427" r:id="rId11"/>
    <p:sldId id="428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458" r:id="rId23"/>
    <p:sldId id="446" r:id="rId24"/>
    <p:sldId id="444" r:id="rId25"/>
    <p:sldId id="441" r:id="rId26"/>
    <p:sldId id="445" r:id="rId27"/>
    <p:sldId id="447" r:id="rId28"/>
    <p:sldId id="448" r:id="rId29"/>
    <p:sldId id="449" r:id="rId30"/>
    <p:sldId id="459" r:id="rId31"/>
    <p:sldId id="462" r:id="rId32"/>
    <p:sldId id="463" r:id="rId33"/>
    <p:sldId id="461" r:id="rId34"/>
    <p:sldId id="460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99CCFF"/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2832" autoAdjust="0"/>
  </p:normalViewPr>
  <p:slideViewPr>
    <p:cSldViewPr>
      <p:cViewPr varScale="1">
        <p:scale>
          <a:sx n="91" d="100"/>
          <a:sy n="91" d="100"/>
        </p:scale>
        <p:origin x="56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786" y="30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45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3E26252F-4655-46AF-A68D-8799E042BB55}"/>
    <pc:docChg chg="custSel delSld modSld modMainMaster modNotesMaster modShowInfo">
      <pc:chgData name="Dan Suciu" userId="10bb65c167223f43" providerId="LiveId" clId="{3E26252F-4655-46AF-A68D-8799E042BB55}" dt="2021-03-15T13:48:44.305" v="121" actId="2744"/>
      <pc:docMkLst>
        <pc:docMk/>
      </pc:docMkLst>
      <pc:sldChg chg="modSp mod">
        <pc:chgData name="Dan Suciu" userId="10bb65c167223f43" providerId="LiveId" clId="{3E26252F-4655-46AF-A68D-8799E042BB55}" dt="2021-03-15T06:47:41.974" v="29" actId="20577"/>
        <pc:sldMkLst>
          <pc:docMk/>
          <pc:sldMk cId="3782693087" sldId="266"/>
        </pc:sldMkLst>
        <pc:spChg chg="mod">
          <ac:chgData name="Dan Suciu" userId="10bb65c167223f43" providerId="LiveId" clId="{3E26252F-4655-46AF-A68D-8799E042BB55}" dt="2021-03-15T06:47:41.974" v="29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3E26252F-4655-46AF-A68D-8799E042BB55}" dt="2021-03-15T06:47:36.456" v="28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 del modNotes">
        <pc:chgData name="Dan Suciu" userId="10bb65c167223f43" providerId="LiveId" clId="{3E26252F-4655-46AF-A68D-8799E042BB55}" dt="2021-03-15T06:53:10.119" v="30" actId="47"/>
        <pc:sldMkLst>
          <pc:docMk/>
          <pc:sldMk cId="0" sldId="313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313"/>
            <ac:spMk id="3075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313"/>
            <ac:spMk id="3076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6:53:40.094" v="38" actId="1076"/>
        <pc:sldMkLst>
          <pc:docMk/>
          <pc:sldMk cId="0" sldId="420"/>
        </pc:sldMkLst>
        <pc:spChg chg="mod">
          <ac:chgData name="Dan Suciu" userId="10bb65c167223f43" providerId="LiveId" clId="{3E26252F-4655-46AF-A68D-8799E042BB55}" dt="2021-03-15T06:53:32.640" v="36" actId="14100"/>
          <ac:spMkLst>
            <pc:docMk/>
            <pc:sldMk cId="0" sldId="420"/>
            <ac:spMk id="4099" creationId="{00000000-0000-0000-0000-000000000000}"/>
          </ac:spMkLst>
        </pc:spChg>
        <pc:spChg chg="mod">
          <ac:chgData name="Dan Suciu" userId="10bb65c167223f43" providerId="LiveId" clId="{3E26252F-4655-46AF-A68D-8799E042BB55}" dt="2021-03-15T06:53:40.094" v="38" actId="1076"/>
          <ac:spMkLst>
            <pc:docMk/>
            <pc:sldMk cId="0" sldId="420"/>
            <ac:spMk id="4100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6:53:27.527" v="34" actId="14100"/>
        <pc:sldMkLst>
          <pc:docMk/>
          <pc:sldMk cId="0" sldId="421"/>
        </pc:sldMkLst>
        <pc:spChg chg="mod">
          <ac:chgData name="Dan Suciu" userId="10bb65c167223f43" providerId="LiveId" clId="{3E26252F-4655-46AF-A68D-8799E042BB55}" dt="2021-03-15T06:53:27.527" v="34" actId="14100"/>
          <ac:spMkLst>
            <pc:docMk/>
            <pc:sldMk cId="0" sldId="421"/>
            <ac:spMk id="5123" creationId="{00000000-0000-0000-0000-000000000000}"/>
          </ac:spMkLst>
        </pc:spChg>
        <pc:spChg chg="mod">
          <ac:chgData name="Dan Suciu" userId="10bb65c167223f43" providerId="LiveId" clId="{3E26252F-4655-46AF-A68D-8799E042BB55}" dt="2021-03-15T06:53:22.172" v="32" actId="1076"/>
          <ac:spMkLst>
            <pc:docMk/>
            <pc:sldMk cId="0" sldId="421"/>
            <ac:spMk id="5124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6:53:49.575" v="42" actId="1076"/>
        <pc:sldMkLst>
          <pc:docMk/>
          <pc:sldMk cId="0" sldId="423"/>
        </pc:sldMkLst>
        <pc:spChg chg="mod">
          <ac:chgData name="Dan Suciu" userId="10bb65c167223f43" providerId="LiveId" clId="{3E26252F-4655-46AF-A68D-8799E042BB55}" dt="2021-03-15T06:53:45.342" v="40" actId="14100"/>
          <ac:spMkLst>
            <pc:docMk/>
            <pc:sldMk cId="0" sldId="423"/>
            <ac:spMk id="6147" creationId="{00000000-0000-0000-0000-000000000000}"/>
          </ac:spMkLst>
        </pc:spChg>
        <pc:spChg chg="mod">
          <ac:chgData name="Dan Suciu" userId="10bb65c167223f43" providerId="LiveId" clId="{3E26252F-4655-46AF-A68D-8799E042BB55}" dt="2021-03-15T06:53:49.575" v="42" actId="1076"/>
          <ac:spMkLst>
            <pc:docMk/>
            <pc:sldMk cId="0" sldId="423"/>
            <ac:spMk id="6148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6:54:04.548" v="46" actId="1076"/>
        <pc:sldMkLst>
          <pc:docMk/>
          <pc:sldMk cId="0" sldId="424"/>
        </pc:sldMkLst>
        <pc:spChg chg="mod">
          <ac:chgData name="Dan Suciu" userId="10bb65c167223f43" providerId="LiveId" clId="{3E26252F-4655-46AF-A68D-8799E042BB55}" dt="2021-03-15T06:53:58.974" v="44" actId="14100"/>
          <ac:spMkLst>
            <pc:docMk/>
            <pc:sldMk cId="0" sldId="424"/>
            <ac:spMk id="7171" creationId="{00000000-0000-0000-0000-000000000000}"/>
          </ac:spMkLst>
        </pc:spChg>
        <pc:spChg chg="mod">
          <ac:chgData name="Dan Suciu" userId="10bb65c167223f43" providerId="LiveId" clId="{3E26252F-4655-46AF-A68D-8799E042BB55}" dt="2021-03-15T06:54:04.548" v="46" actId="1076"/>
          <ac:spMkLst>
            <pc:docMk/>
            <pc:sldMk cId="0" sldId="424"/>
            <ac:spMk id="7172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24"/>
            <ac:spMk id="7173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6:56:27.679" v="51" actId="14100"/>
        <pc:sldMkLst>
          <pc:docMk/>
          <pc:sldMk cId="0" sldId="425"/>
        </pc:sldMkLst>
        <pc:spChg chg="mod">
          <ac:chgData name="Dan Suciu" userId="10bb65c167223f43" providerId="LiveId" clId="{3E26252F-4655-46AF-A68D-8799E042BB55}" dt="2021-03-15T06:54:09.445" v="48" actId="14100"/>
          <ac:spMkLst>
            <pc:docMk/>
            <pc:sldMk cId="0" sldId="425"/>
            <ac:spMk id="8195" creationId="{00000000-0000-0000-0000-000000000000}"/>
          </ac:spMkLst>
        </pc:spChg>
        <pc:spChg chg="mod">
          <ac:chgData name="Dan Suciu" userId="10bb65c167223f43" providerId="LiveId" clId="{3E26252F-4655-46AF-A68D-8799E042BB55}" dt="2021-03-15T06:56:27.679" v="51" actId="14100"/>
          <ac:spMkLst>
            <pc:docMk/>
            <pc:sldMk cId="0" sldId="425"/>
            <ac:spMk id="8196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25"/>
            <ac:spMk id="8197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7:57.476" v="53" actId="14100"/>
        <pc:sldMkLst>
          <pc:docMk/>
          <pc:sldMk cId="0" sldId="426"/>
        </pc:sldMkLst>
        <pc:spChg chg="mod">
          <ac:chgData name="Dan Suciu" userId="10bb65c167223f43" providerId="LiveId" clId="{3E26252F-4655-46AF-A68D-8799E042BB55}" dt="2021-03-15T06:57:05.524" v="52" actId="14100"/>
          <ac:spMkLst>
            <pc:docMk/>
            <pc:sldMk cId="0" sldId="426"/>
            <ac:spMk id="9219" creationId="{00000000-0000-0000-0000-000000000000}"/>
          </ac:spMkLst>
        </pc:spChg>
        <pc:spChg chg="mod">
          <ac:chgData name="Dan Suciu" userId="10bb65c167223f43" providerId="LiveId" clId="{3E26252F-4655-46AF-A68D-8799E042BB55}" dt="2021-03-15T06:57:57.476" v="53" actId="14100"/>
          <ac:spMkLst>
            <pc:docMk/>
            <pc:sldMk cId="0" sldId="426"/>
            <ac:spMk id="9220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8:16.925" v="59" actId="1076"/>
        <pc:sldMkLst>
          <pc:docMk/>
          <pc:sldMk cId="0" sldId="427"/>
        </pc:sldMkLst>
        <pc:spChg chg="mod">
          <ac:chgData name="Dan Suciu" userId="10bb65c167223f43" providerId="LiveId" clId="{3E26252F-4655-46AF-A68D-8799E042BB55}" dt="2021-03-15T06:58:14.134" v="58" actId="14100"/>
          <ac:spMkLst>
            <pc:docMk/>
            <pc:sldMk cId="0" sldId="427"/>
            <ac:spMk id="10243" creationId="{00000000-0000-0000-0000-000000000000}"/>
          </ac:spMkLst>
        </pc:spChg>
        <pc:spChg chg="mod">
          <ac:chgData name="Dan Suciu" userId="10bb65c167223f43" providerId="LiveId" clId="{3E26252F-4655-46AF-A68D-8799E042BB55}" dt="2021-03-15T06:58:16.925" v="59" actId="1076"/>
          <ac:spMkLst>
            <pc:docMk/>
            <pc:sldMk cId="0" sldId="427"/>
            <ac:spMk id="10244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8:26.421" v="62" actId="1076"/>
        <pc:sldMkLst>
          <pc:docMk/>
          <pc:sldMk cId="0" sldId="428"/>
        </pc:sldMkLst>
        <pc:spChg chg="mod">
          <ac:chgData name="Dan Suciu" userId="10bb65c167223f43" providerId="LiveId" clId="{3E26252F-4655-46AF-A68D-8799E042BB55}" dt="2021-03-15T06:58:21.246" v="60" actId="14100"/>
          <ac:spMkLst>
            <pc:docMk/>
            <pc:sldMk cId="0" sldId="428"/>
            <ac:spMk id="11267" creationId="{00000000-0000-0000-0000-000000000000}"/>
          </ac:spMkLst>
        </pc:spChg>
        <pc:spChg chg="mod">
          <ac:chgData name="Dan Suciu" userId="10bb65c167223f43" providerId="LiveId" clId="{3E26252F-4655-46AF-A68D-8799E042BB55}" dt="2021-03-15T06:58:26.421" v="62" actId="1076"/>
          <ac:spMkLst>
            <pc:docMk/>
            <pc:sldMk cId="0" sldId="428"/>
            <ac:spMk id="11268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8:37.037" v="65" actId="14100"/>
        <pc:sldMkLst>
          <pc:docMk/>
          <pc:sldMk cId="0" sldId="430"/>
        </pc:sldMkLst>
        <pc:spChg chg="mod">
          <ac:chgData name="Dan Suciu" userId="10bb65c167223f43" providerId="LiveId" clId="{3E26252F-4655-46AF-A68D-8799E042BB55}" dt="2021-03-15T06:58:31.580" v="63" actId="14100"/>
          <ac:spMkLst>
            <pc:docMk/>
            <pc:sldMk cId="0" sldId="430"/>
            <ac:spMk id="12291" creationId="{00000000-0000-0000-0000-000000000000}"/>
          </ac:spMkLst>
        </pc:spChg>
        <pc:spChg chg="mod">
          <ac:chgData name="Dan Suciu" userId="10bb65c167223f43" providerId="LiveId" clId="{3E26252F-4655-46AF-A68D-8799E042BB55}" dt="2021-03-15T06:58:37.037" v="65" actId="14100"/>
          <ac:spMkLst>
            <pc:docMk/>
            <pc:sldMk cId="0" sldId="430"/>
            <ac:spMk id="12292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8:45.310" v="68" actId="14100"/>
        <pc:sldMkLst>
          <pc:docMk/>
          <pc:sldMk cId="0" sldId="431"/>
        </pc:sldMkLst>
        <pc:spChg chg="mod">
          <ac:chgData name="Dan Suciu" userId="10bb65c167223f43" providerId="LiveId" clId="{3E26252F-4655-46AF-A68D-8799E042BB55}" dt="2021-03-15T06:58:45.310" v="68" actId="14100"/>
          <ac:spMkLst>
            <pc:docMk/>
            <pc:sldMk cId="0" sldId="431"/>
            <ac:spMk id="13315" creationId="{00000000-0000-0000-0000-000000000000}"/>
          </ac:spMkLst>
        </pc:spChg>
        <pc:spChg chg="mod">
          <ac:chgData name="Dan Suciu" userId="10bb65c167223f43" providerId="LiveId" clId="{3E26252F-4655-46AF-A68D-8799E042BB55}" dt="2021-03-15T06:58:42.111" v="67" actId="14100"/>
          <ac:spMkLst>
            <pc:docMk/>
            <pc:sldMk cId="0" sldId="431"/>
            <ac:spMk id="13316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0:42.374" v="72" actId="1076"/>
        <pc:sldMkLst>
          <pc:docMk/>
          <pc:sldMk cId="0" sldId="432"/>
        </pc:sldMkLst>
        <pc:spChg chg="mod">
          <ac:chgData name="Dan Suciu" userId="10bb65c167223f43" providerId="LiveId" clId="{3E26252F-4655-46AF-A68D-8799E042BB55}" dt="2021-03-15T06:58:49.030" v="69" actId="14100"/>
          <ac:spMkLst>
            <pc:docMk/>
            <pc:sldMk cId="0" sldId="432"/>
            <ac:spMk id="14339" creationId="{00000000-0000-0000-0000-000000000000}"/>
          </ac:spMkLst>
        </pc:spChg>
        <pc:spChg chg="mod">
          <ac:chgData name="Dan Suciu" userId="10bb65c167223f43" providerId="LiveId" clId="{3E26252F-4655-46AF-A68D-8799E042BB55}" dt="2021-03-15T07:00:42.374" v="72" actId="1076"/>
          <ac:spMkLst>
            <pc:docMk/>
            <pc:sldMk cId="0" sldId="432"/>
            <ac:spMk id="14340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7:00:55.037" v="76" actId="14100"/>
        <pc:sldMkLst>
          <pc:docMk/>
          <pc:sldMk cId="0" sldId="433"/>
        </pc:sldMkLst>
        <pc:spChg chg="mod">
          <ac:chgData name="Dan Suciu" userId="10bb65c167223f43" providerId="LiveId" clId="{3E26252F-4655-46AF-A68D-8799E042BB55}" dt="2021-03-15T07:00:47.277" v="74" actId="14100"/>
          <ac:spMkLst>
            <pc:docMk/>
            <pc:sldMk cId="0" sldId="433"/>
            <ac:spMk id="15363" creationId="{00000000-0000-0000-0000-000000000000}"/>
          </ac:spMkLst>
        </pc:spChg>
        <pc:spChg chg="mod">
          <ac:chgData name="Dan Suciu" userId="10bb65c167223f43" providerId="LiveId" clId="{3E26252F-4655-46AF-A68D-8799E042BB55}" dt="2021-03-15T07:00:55.037" v="76" actId="14100"/>
          <ac:spMkLst>
            <pc:docMk/>
            <pc:sldMk cId="0" sldId="433"/>
            <ac:spMk id="15364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7:01:10.381" v="81" actId="1076"/>
        <pc:sldMkLst>
          <pc:docMk/>
          <pc:sldMk cId="0" sldId="434"/>
        </pc:sldMkLst>
        <pc:spChg chg="mod">
          <ac:chgData name="Dan Suciu" userId="10bb65c167223f43" providerId="LiveId" clId="{3E26252F-4655-46AF-A68D-8799E042BB55}" dt="2021-03-15T07:01:00.405" v="78" actId="14100"/>
          <ac:spMkLst>
            <pc:docMk/>
            <pc:sldMk cId="0" sldId="434"/>
            <ac:spMk id="16387" creationId="{00000000-0000-0000-0000-000000000000}"/>
          </ac:spMkLst>
        </pc:spChg>
        <pc:spChg chg="mod">
          <ac:chgData name="Dan Suciu" userId="10bb65c167223f43" providerId="LiveId" clId="{3E26252F-4655-46AF-A68D-8799E042BB55}" dt="2021-03-15T07:01:10.381" v="81" actId="1076"/>
          <ac:spMkLst>
            <pc:docMk/>
            <pc:sldMk cId="0" sldId="434"/>
            <ac:spMk id="16388" creationId="{00000000-0000-0000-0000-000000000000}"/>
          </ac:spMkLst>
        </pc:spChg>
      </pc:sldChg>
      <pc:sldChg chg="modSp mod modNotes">
        <pc:chgData name="Dan Suciu" userId="10bb65c167223f43" providerId="LiveId" clId="{3E26252F-4655-46AF-A68D-8799E042BB55}" dt="2021-03-15T07:01:22.421" v="84" actId="14100"/>
        <pc:sldMkLst>
          <pc:docMk/>
          <pc:sldMk cId="0" sldId="435"/>
        </pc:sldMkLst>
        <pc:spChg chg="mod">
          <ac:chgData name="Dan Suciu" userId="10bb65c167223f43" providerId="LiveId" clId="{3E26252F-4655-46AF-A68D-8799E042BB55}" dt="2021-03-15T07:01:19.421" v="83" actId="14100"/>
          <ac:spMkLst>
            <pc:docMk/>
            <pc:sldMk cId="0" sldId="435"/>
            <ac:spMk id="17411" creationId="{00000000-0000-0000-0000-000000000000}"/>
          </ac:spMkLst>
        </pc:spChg>
        <pc:spChg chg="mod">
          <ac:chgData name="Dan Suciu" userId="10bb65c167223f43" providerId="LiveId" clId="{3E26252F-4655-46AF-A68D-8799E042BB55}" dt="2021-03-15T07:01:22.421" v="84" actId="14100"/>
          <ac:spMkLst>
            <pc:docMk/>
            <pc:sldMk cId="0" sldId="435"/>
            <ac:spMk id="17412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1:35.972" v="87" actId="1076"/>
        <pc:sldMkLst>
          <pc:docMk/>
          <pc:sldMk cId="0" sldId="436"/>
        </pc:sldMkLst>
        <pc:spChg chg="mod">
          <ac:chgData name="Dan Suciu" userId="10bb65c167223f43" providerId="LiveId" clId="{3E26252F-4655-46AF-A68D-8799E042BB55}" dt="2021-03-15T07:01:30.867" v="85" actId="14100"/>
          <ac:spMkLst>
            <pc:docMk/>
            <pc:sldMk cId="0" sldId="436"/>
            <ac:spMk id="18435" creationId="{00000000-0000-0000-0000-000000000000}"/>
          </ac:spMkLst>
        </pc:spChg>
        <pc:spChg chg="mod">
          <ac:chgData name="Dan Suciu" userId="10bb65c167223f43" providerId="LiveId" clId="{3E26252F-4655-46AF-A68D-8799E042BB55}" dt="2021-03-15T07:01:35.972" v="87" actId="1076"/>
          <ac:spMkLst>
            <pc:docMk/>
            <pc:sldMk cId="0" sldId="436"/>
            <ac:spMk id="18436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38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39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0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1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2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3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4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5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6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7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8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49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0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1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2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3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4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5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6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7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36"/>
            <ac:spMk id="18458" creationId="{00000000-0000-0000-0000-000000000000}"/>
          </ac:spMkLst>
        </pc:spChg>
        <pc:grpChg chg="mod">
          <ac:chgData name="Dan Suciu" userId="10bb65c167223f43" providerId="LiveId" clId="{3E26252F-4655-46AF-A68D-8799E042BB55}" dt="2021-03-15T06:44:45.451" v="0"/>
          <ac:grpSpMkLst>
            <pc:docMk/>
            <pc:sldMk cId="0" sldId="436"/>
            <ac:grpSpMk id="18437" creationId="{00000000-0000-0000-0000-000000000000}"/>
          </ac:grpSpMkLst>
        </pc:grpChg>
      </pc:sldChg>
      <pc:sldChg chg="modSp mod modNotes">
        <pc:chgData name="Dan Suciu" userId="10bb65c167223f43" providerId="LiveId" clId="{3E26252F-4655-46AF-A68D-8799E042BB55}" dt="2021-03-15T07:01:47.572" v="91" actId="1076"/>
        <pc:sldMkLst>
          <pc:docMk/>
          <pc:sldMk cId="0" sldId="437"/>
        </pc:sldMkLst>
        <pc:spChg chg="mod">
          <ac:chgData name="Dan Suciu" userId="10bb65c167223f43" providerId="LiveId" clId="{3E26252F-4655-46AF-A68D-8799E042BB55}" dt="2021-03-15T07:01:42.341" v="89" actId="14100"/>
          <ac:spMkLst>
            <pc:docMk/>
            <pc:sldMk cId="0" sldId="437"/>
            <ac:spMk id="19459" creationId="{00000000-0000-0000-0000-000000000000}"/>
          </ac:spMkLst>
        </pc:spChg>
        <pc:spChg chg="mod">
          <ac:chgData name="Dan Suciu" userId="10bb65c167223f43" providerId="LiveId" clId="{3E26252F-4655-46AF-A68D-8799E042BB55}" dt="2021-03-15T07:01:47.572" v="91" actId="1076"/>
          <ac:spMkLst>
            <pc:docMk/>
            <pc:sldMk cId="0" sldId="437"/>
            <ac:spMk id="19460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1:58.309" v="94" actId="1076"/>
        <pc:sldMkLst>
          <pc:docMk/>
          <pc:sldMk cId="0" sldId="438"/>
        </pc:sldMkLst>
        <pc:spChg chg="mod">
          <ac:chgData name="Dan Suciu" userId="10bb65c167223f43" providerId="LiveId" clId="{3E26252F-4655-46AF-A68D-8799E042BB55}" dt="2021-03-15T07:01:53.063" v="92" actId="14100"/>
          <ac:spMkLst>
            <pc:docMk/>
            <pc:sldMk cId="0" sldId="438"/>
            <ac:spMk id="20483" creationId="{00000000-0000-0000-0000-000000000000}"/>
          </ac:spMkLst>
        </pc:spChg>
        <pc:spChg chg="mod">
          <ac:chgData name="Dan Suciu" userId="10bb65c167223f43" providerId="LiveId" clId="{3E26252F-4655-46AF-A68D-8799E042BB55}" dt="2021-03-15T07:01:58.309" v="94" actId="1076"/>
          <ac:spMkLst>
            <pc:docMk/>
            <pc:sldMk cId="0" sldId="438"/>
            <ac:spMk id="20484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2:11.317" v="98" actId="1076"/>
        <pc:sldMkLst>
          <pc:docMk/>
          <pc:sldMk cId="0" sldId="439"/>
        </pc:sldMkLst>
        <pc:spChg chg="mod">
          <ac:chgData name="Dan Suciu" userId="10bb65c167223f43" providerId="LiveId" clId="{3E26252F-4655-46AF-A68D-8799E042BB55}" dt="2021-03-15T07:02:02.037" v="95" actId="14100"/>
          <ac:spMkLst>
            <pc:docMk/>
            <pc:sldMk cId="0" sldId="439"/>
            <ac:spMk id="21507" creationId="{00000000-0000-0000-0000-000000000000}"/>
          </ac:spMkLst>
        </pc:spChg>
        <pc:spChg chg="mod">
          <ac:chgData name="Dan Suciu" userId="10bb65c167223f43" providerId="LiveId" clId="{3E26252F-4655-46AF-A68D-8799E042BB55}" dt="2021-03-15T07:02:06.893" v="97" actId="1076"/>
          <ac:spMkLst>
            <pc:docMk/>
            <pc:sldMk cId="0" sldId="439"/>
            <ac:spMk id="21508" creationId="{00000000-0000-0000-0000-000000000000}"/>
          </ac:spMkLst>
        </pc:spChg>
        <pc:picChg chg="mod">
          <ac:chgData name="Dan Suciu" userId="10bb65c167223f43" providerId="LiveId" clId="{3E26252F-4655-46AF-A68D-8799E042BB55}" dt="2021-03-15T07:02:11.317" v="98" actId="1076"/>
          <ac:picMkLst>
            <pc:docMk/>
            <pc:sldMk cId="0" sldId="439"/>
            <ac:picMk id="21509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7:03:32.557" v="111" actId="14100"/>
        <pc:sldMkLst>
          <pc:docMk/>
          <pc:sldMk cId="0" sldId="441"/>
        </pc:sldMkLst>
        <pc:spChg chg="mod">
          <ac:chgData name="Dan Suciu" userId="10bb65c167223f43" providerId="LiveId" clId="{3E26252F-4655-46AF-A68D-8799E042BB55}" dt="2021-03-15T07:03:30.197" v="110" actId="14100"/>
          <ac:spMkLst>
            <pc:docMk/>
            <pc:sldMk cId="0" sldId="441"/>
            <ac:spMk id="25603" creationId="{00000000-0000-0000-0000-000000000000}"/>
          </ac:spMkLst>
        </pc:spChg>
        <pc:spChg chg="mod">
          <ac:chgData name="Dan Suciu" userId="10bb65c167223f43" providerId="LiveId" clId="{3E26252F-4655-46AF-A68D-8799E042BB55}" dt="2021-03-15T07:03:32.557" v="111" actId="14100"/>
          <ac:spMkLst>
            <pc:docMk/>
            <pc:sldMk cId="0" sldId="441"/>
            <ac:spMk id="25604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44:45.451" v="0"/>
        <pc:sldMkLst>
          <pc:docMk/>
          <pc:sldMk cId="0" sldId="442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0" sldId="442"/>
            <ac:spMk id="22531" creationId="{00000000-0000-0000-0000-000000000000}"/>
          </ac:spMkLst>
        </pc:spChg>
        <pc:picChg chg="mod">
          <ac:chgData name="Dan Suciu" userId="10bb65c167223f43" providerId="LiveId" clId="{3E26252F-4655-46AF-A68D-8799E042BB55}" dt="2021-03-15T06:44:45.451" v="0"/>
          <ac:picMkLst>
            <pc:docMk/>
            <pc:sldMk cId="0" sldId="442"/>
            <ac:picMk id="2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7:03:22.172" v="108" actId="14100"/>
        <pc:sldMkLst>
          <pc:docMk/>
          <pc:sldMk cId="0" sldId="444"/>
        </pc:sldMkLst>
        <pc:spChg chg="mod">
          <ac:chgData name="Dan Suciu" userId="10bb65c167223f43" providerId="LiveId" clId="{3E26252F-4655-46AF-A68D-8799E042BB55}" dt="2021-03-15T07:03:22.172" v="108" actId="14100"/>
          <ac:spMkLst>
            <pc:docMk/>
            <pc:sldMk cId="0" sldId="444"/>
            <ac:spMk id="24579" creationId="{00000000-0000-0000-0000-000000000000}"/>
          </ac:spMkLst>
        </pc:spChg>
        <pc:spChg chg="mod">
          <ac:chgData name="Dan Suciu" userId="10bb65c167223f43" providerId="LiveId" clId="{3E26252F-4655-46AF-A68D-8799E042BB55}" dt="2021-03-15T07:03:18.701" v="107" actId="1076"/>
          <ac:spMkLst>
            <pc:docMk/>
            <pc:sldMk cId="0" sldId="444"/>
            <ac:spMk id="24580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3:40.126" v="113" actId="14100"/>
        <pc:sldMkLst>
          <pc:docMk/>
          <pc:sldMk cId="0" sldId="445"/>
        </pc:sldMkLst>
        <pc:spChg chg="mod">
          <ac:chgData name="Dan Suciu" userId="10bb65c167223f43" providerId="LiveId" clId="{3E26252F-4655-46AF-A68D-8799E042BB55}" dt="2021-03-15T07:03:36.829" v="112" actId="14100"/>
          <ac:spMkLst>
            <pc:docMk/>
            <pc:sldMk cId="0" sldId="445"/>
            <ac:spMk id="26627" creationId="{00000000-0000-0000-0000-000000000000}"/>
          </ac:spMkLst>
        </pc:spChg>
        <pc:spChg chg="mod">
          <ac:chgData name="Dan Suciu" userId="10bb65c167223f43" providerId="LiveId" clId="{3E26252F-4655-46AF-A68D-8799E042BB55}" dt="2021-03-15T07:03:40.126" v="113" actId="14100"/>
          <ac:spMkLst>
            <pc:docMk/>
            <pc:sldMk cId="0" sldId="445"/>
            <ac:spMk id="26628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3:26.348" v="109" actId="14100"/>
        <pc:sldMkLst>
          <pc:docMk/>
          <pc:sldMk cId="0" sldId="446"/>
        </pc:sldMkLst>
        <pc:spChg chg="mod">
          <ac:chgData name="Dan Suciu" userId="10bb65c167223f43" providerId="LiveId" clId="{3E26252F-4655-46AF-A68D-8799E042BB55}" dt="2021-03-15T07:03:26.348" v="109" actId="14100"/>
          <ac:spMkLst>
            <pc:docMk/>
            <pc:sldMk cId="0" sldId="446"/>
            <ac:spMk id="23555" creationId="{00000000-0000-0000-0000-000000000000}"/>
          </ac:spMkLst>
        </pc:spChg>
        <pc:spChg chg="mod">
          <ac:chgData name="Dan Suciu" userId="10bb65c167223f43" providerId="LiveId" clId="{3E26252F-4655-46AF-A68D-8799E042BB55}" dt="2021-03-15T07:03:13.755" v="105" actId="14100"/>
          <ac:spMkLst>
            <pc:docMk/>
            <pc:sldMk cId="0" sldId="446"/>
            <ac:spMk id="23556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7:05:04.907" v="116" actId="1076"/>
        <pc:sldMkLst>
          <pc:docMk/>
          <pc:sldMk cId="0" sldId="447"/>
        </pc:sldMkLst>
        <pc:spChg chg="mod">
          <ac:chgData name="Dan Suciu" userId="10bb65c167223f43" providerId="LiveId" clId="{3E26252F-4655-46AF-A68D-8799E042BB55}" dt="2021-03-15T07:04:59.849" v="114" actId="14100"/>
          <ac:spMkLst>
            <pc:docMk/>
            <pc:sldMk cId="0" sldId="447"/>
            <ac:spMk id="27651" creationId="{00000000-0000-0000-0000-000000000000}"/>
          </ac:spMkLst>
        </pc:spChg>
        <pc:spChg chg="mod">
          <ac:chgData name="Dan Suciu" userId="10bb65c167223f43" providerId="LiveId" clId="{3E26252F-4655-46AF-A68D-8799E042BB55}" dt="2021-03-15T07:05:04.907" v="116" actId="1076"/>
          <ac:spMkLst>
            <pc:docMk/>
            <pc:sldMk cId="0" sldId="447"/>
            <ac:spMk id="27652" creationId="{00000000-0000-0000-0000-000000000000}"/>
          </ac:spMkLst>
        </pc:spChg>
      </pc:sldChg>
      <pc:sldChg chg="modSp">
        <pc:chgData name="Dan Suciu" userId="10bb65c167223f43" providerId="LiveId" clId="{3E26252F-4655-46AF-A68D-8799E042BB55}" dt="2021-03-15T07:05:08.469" v="117" actId="1076"/>
        <pc:sldMkLst>
          <pc:docMk/>
          <pc:sldMk cId="0" sldId="448"/>
        </pc:sldMkLst>
        <pc:picChg chg="mod">
          <ac:chgData name="Dan Suciu" userId="10bb65c167223f43" providerId="LiveId" clId="{3E26252F-4655-46AF-A68D-8799E042BB55}" dt="2021-03-15T07:05:08.469" v="117" actId="1076"/>
          <ac:picMkLst>
            <pc:docMk/>
            <pc:sldMk cId="0" sldId="448"/>
            <ac:picMk id="28677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7:05:17.068" v="120" actId="1076"/>
        <pc:sldMkLst>
          <pc:docMk/>
          <pc:sldMk cId="0" sldId="449"/>
        </pc:sldMkLst>
        <pc:spChg chg="mod">
          <ac:chgData name="Dan Suciu" userId="10bb65c167223f43" providerId="LiveId" clId="{3E26252F-4655-46AF-A68D-8799E042BB55}" dt="2021-03-15T07:05:12.629" v="118" actId="14100"/>
          <ac:spMkLst>
            <pc:docMk/>
            <pc:sldMk cId="0" sldId="449"/>
            <ac:spMk id="29699" creationId="{00000000-0000-0000-0000-000000000000}"/>
          </ac:spMkLst>
        </pc:spChg>
        <pc:spChg chg="mod">
          <ac:chgData name="Dan Suciu" userId="10bb65c167223f43" providerId="LiveId" clId="{3E26252F-4655-46AF-A68D-8799E042BB55}" dt="2021-03-15T07:05:17.068" v="120" actId="1076"/>
          <ac:spMkLst>
            <pc:docMk/>
            <pc:sldMk cId="0" sldId="449"/>
            <ac:spMk id="29700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58:06.318" v="56" actId="14100"/>
        <pc:sldMkLst>
          <pc:docMk/>
          <pc:sldMk cId="4137998763" sldId="450"/>
        </pc:sldMkLst>
        <pc:spChg chg="mod">
          <ac:chgData name="Dan Suciu" userId="10bb65c167223f43" providerId="LiveId" clId="{3E26252F-4655-46AF-A68D-8799E042BB55}" dt="2021-03-15T06:58:02.444" v="54" actId="14100"/>
          <ac:spMkLst>
            <pc:docMk/>
            <pc:sldMk cId="4137998763" sldId="450"/>
            <ac:spMk id="9219" creationId="{00000000-0000-0000-0000-000000000000}"/>
          </ac:spMkLst>
        </pc:spChg>
        <pc:spChg chg="mod">
          <ac:chgData name="Dan Suciu" userId="10bb65c167223f43" providerId="LiveId" clId="{3E26252F-4655-46AF-A68D-8799E042BB55}" dt="2021-03-15T06:58:06.318" v="56" actId="14100"/>
          <ac:spMkLst>
            <pc:docMk/>
            <pc:sldMk cId="4137998763" sldId="450"/>
            <ac:spMk id="9220" creationId="{00000000-0000-0000-0000-000000000000}"/>
          </ac:spMkLst>
        </pc:spChg>
      </pc:sldChg>
      <pc:sldChg chg="modSp modNotes">
        <pc:chgData name="Dan Suciu" userId="10bb65c167223f43" providerId="LiveId" clId="{3E26252F-4655-46AF-A68D-8799E042BB55}" dt="2021-03-15T06:44:45.451" v="0"/>
        <pc:sldMkLst>
          <pc:docMk/>
          <pc:sldMk cId="788722072" sldId="451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788722072" sldId="451"/>
            <ac:spMk id="22531" creationId="{00000000-0000-0000-0000-000000000000}"/>
          </ac:spMkLst>
        </pc:spChg>
        <pc:picChg chg="mod">
          <ac:chgData name="Dan Suciu" userId="10bb65c167223f43" providerId="LiveId" clId="{3E26252F-4655-46AF-A68D-8799E042BB55}" dt="2021-03-15T06:44:45.451" v="0"/>
          <ac:picMkLst>
            <pc:docMk/>
            <pc:sldMk cId="788722072" sldId="451"/>
            <ac:picMk id="3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6:44:45.451" v="0"/>
        <pc:sldMkLst>
          <pc:docMk/>
          <pc:sldMk cId="3504342825" sldId="452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3504342825" sldId="452"/>
            <ac:spMk id="22531" creationId="{00000000-0000-0000-0000-000000000000}"/>
          </ac:spMkLst>
        </pc:spChg>
        <pc:picChg chg="mod">
          <ac:chgData name="Dan Suciu" userId="10bb65c167223f43" providerId="LiveId" clId="{3E26252F-4655-46AF-A68D-8799E042BB55}" dt="2021-03-15T06:44:45.451" v="0"/>
          <ac:picMkLst>
            <pc:docMk/>
            <pc:sldMk cId="3504342825" sldId="452"/>
            <ac:picMk id="3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6:44:45.451" v="0"/>
        <pc:sldMkLst>
          <pc:docMk/>
          <pc:sldMk cId="964690388" sldId="453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964690388" sldId="453"/>
            <ac:spMk id="22531" creationId="{00000000-0000-0000-0000-000000000000}"/>
          </ac:spMkLst>
        </pc:spChg>
        <pc:picChg chg="mod">
          <ac:chgData name="Dan Suciu" userId="10bb65c167223f43" providerId="LiveId" clId="{3E26252F-4655-46AF-A68D-8799E042BB55}" dt="2021-03-15T06:44:45.451" v="0"/>
          <ac:picMkLst>
            <pc:docMk/>
            <pc:sldMk cId="964690388" sldId="453"/>
            <ac:picMk id="3" creationId="{00000000-0000-0000-0000-000000000000}"/>
          </ac:picMkLst>
        </pc:picChg>
      </pc:sldChg>
      <pc:sldChg chg="modSp modNotes">
        <pc:chgData name="Dan Suciu" userId="10bb65c167223f43" providerId="LiveId" clId="{3E26252F-4655-46AF-A68D-8799E042BB55}" dt="2021-03-15T06:44:45.451" v="0"/>
        <pc:sldMkLst>
          <pc:docMk/>
          <pc:sldMk cId="3604570080" sldId="454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3604570080" sldId="454"/>
            <ac:spMk id="22531" creationId="{00000000-0000-0000-0000-000000000000}"/>
          </ac:spMkLst>
        </pc:spChg>
        <pc:picChg chg="mod">
          <ac:chgData name="Dan Suciu" userId="10bb65c167223f43" providerId="LiveId" clId="{3E26252F-4655-46AF-A68D-8799E042BB55}" dt="2021-03-15T06:44:45.451" v="0"/>
          <ac:picMkLst>
            <pc:docMk/>
            <pc:sldMk cId="3604570080" sldId="454"/>
            <ac:picMk id="2" creationId="{00000000-0000-0000-0000-000000000000}"/>
          </ac:picMkLst>
        </pc:picChg>
      </pc:sldChg>
      <pc:sldChg chg="delSp modSp mod">
        <pc:chgData name="Dan Suciu" userId="10bb65c167223f43" providerId="LiveId" clId="{3E26252F-4655-46AF-A68D-8799E042BB55}" dt="2021-03-15T07:03:04.164" v="104" actId="1076"/>
        <pc:sldMkLst>
          <pc:docMk/>
          <pc:sldMk cId="2451053266" sldId="455"/>
        </pc:sldMkLst>
        <pc:spChg chg="mod">
          <ac:chgData name="Dan Suciu" userId="10bb65c167223f43" providerId="LiveId" clId="{3E26252F-4655-46AF-A68D-8799E042BB55}" dt="2021-03-15T06:44:45.451" v="0"/>
          <ac:spMkLst>
            <pc:docMk/>
            <pc:sldMk cId="2451053266" sldId="455"/>
            <ac:spMk id="2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2451053266" sldId="455"/>
            <ac:spMk id="3" creationId="{00000000-0000-0000-0000-000000000000}"/>
          </ac:spMkLst>
        </pc:spChg>
        <pc:spChg chg="del mod">
          <ac:chgData name="Dan Suciu" userId="10bb65c167223f43" providerId="LiveId" clId="{3E26252F-4655-46AF-A68D-8799E042BB55}" dt="2021-03-15T07:03:01.159" v="103" actId="478"/>
          <ac:spMkLst>
            <pc:docMk/>
            <pc:sldMk cId="2451053266" sldId="455"/>
            <ac:spMk id="4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k cId="2451053266" sldId="455"/>
            <ac:spMk id="5" creationId="{00000000-0000-0000-0000-000000000000}"/>
          </ac:spMkLst>
        </pc:spChg>
        <pc:picChg chg="mod">
          <ac:chgData name="Dan Suciu" userId="10bb65c167223f43" providerId="LiveId" clId="{3E26252F-4655-46AF-A68D-8799E042BB55}" dt="2021-03-15T07:03:04.164" v="104" actId="1076"/>
          <ac:picMkLst>
            <pc:docMk/>
            <pc:sldMk cId="2451053266" sldId="455"/>
            <ac:picMk id="23554" creationId="{00000000-0000-0000-0000-000000000000}"/>
          </ac:picMkLst>
        </pc:picChg>
      </pc:sldChg>
      <pc:sldChg chg="modSp">
        <pc:chgData name="Dan Suciu" userId="10bb65c167223f43" providerId="LiveId" clId="{3E26252F-4655-46AF-A68D-8799E042BB55}" dt="2021-03-15T06:44:45.451" v="0"/>
        <pc:sldMkLst>
          <pc:docMk/>
          <pc:sldMk cId="1225732431" sldId="456"/>
        </pc:sldMkLst>
        <pc:picChg chg="mod">
          <ac:chgData name="Dan Suciu" userId="10bb65c167223f43" providerId="LiveId" clId="{3E26252F-4655-46AF-A68D-8799E042BB55}" dt="2021-03-15T06:44:45.451" v="0"/>
          <ac:picMkLst>
            <pc:docMk/>
            <pc:sldMk cId="1225732431" sldId="456"/>
            <ac:picMk id="24578" creationId="{00000000-0000-0000-0000-000000000000}"/>
          </ac:picMkLst>
        </pc:picChg>
      </pc:sldChg>
      <pc:sldChg chg="modSp">
        <pc:chgData name="Dan Suciu" userId="10bb65c167223f43" providerId="LiveId" clId="{3E26252F-4655-46AF-A68D-8799E042BB55}" dt="2021-03-15T06:44:45.451" v="0"/>
        <pc:sldMkLst>
          <pc:docMk/>
          <pc:sldMk cId="3559427918" sldId="457"/>
        </pc:sldMkLst>
        <pc:picChg chg="mod">
          <ac:chgData name="Dan Suciu" userId="10bb65c167223f43" providerId="LiveId" clId="{3E26252F-4655-46AF-A68D-8799E042BB55}" dt="2021-03-15T06:44:45.451" v="0"/>
          <ac:picMkLst>
            <pc:docMk/>
            <pc:sldMk cId="3559427918" sldId="457"/>
            <ac:picMk id="25602" creationId="{00000000-0000-0000-0000-000000000000}"/>
          </ac:picMkLst>
        </pc:picChg>
      </pc:sldChg>
      <pc:sldChg chg="modSp">
        <pc:chgData name="Dan Suciu" userId="10bb65c167223f43" providerId="LiveId" clId="{3E26252F-4655-46AF-A68D-8799E042BB55}" dt="2021-03-15T07:02:21.446" v="100" actId="1076"/>
        <pc:sldMkLst>
          <pc:docMk/>
          <pc:sldMk cId="3035783589" sldId="458"/>
        </pc:sldMkLst>
        <pc:spChg chg="mod">
          <ac:chgData name="Dan Suciu" userId="10bb65c167223f43" providerId="LiveId" clId="{3E26252F-4655-46AF-A68D-8799E042BB55}" dt="2021-03-15T07:02:17.574" v="99" actId="14100"/>
          <ac:spMkLst>
            <pc:docMk/>
            <pc:sldMk cId="3035783589" sldId="458"/>
            <ac:spMk id="2" creationId="{37ECBE7D-6D0C-446D-9806-8963436E572F}"/>
          </ac:spMkLst>
        </pc:spChg>
        <pc:spChg chg="mod">
          <ac:chgData name="Dan Suciu" userId="10bb65c167223f43" providerId="LiveId" clId="{3E26252F-4655-46AF-A68D-8799E042BB55}" dt="2021-03-15T07:02:21.446" v="100" actId="1076"/>
          <ac:spMkLst>
            <pc:docMk/>
            <pc:sldMk cId="3035783589" sldId="458"/>
            <ac:spMk id="4" creationId="{FEAD1DC1-7183-4168-B61F-6DE969279D87}"/>
          </ac:spMkLst>
        </pc:spChg>
        <pc:spChg chg="mod">
          <ac:chgData name="Dan Suciu" userId="10bb65c167223f43" providerId="LiveId" clId="{3E26252F-4655-46AF-A68D-8799E042BB55}" dt="2021-03-15T07:02:21.446" v="100" actId="1076"/>
          <ac:spMkLst>
            <pc:docMk/>
            <pc:sldMk cId="3035783589" sldId="458"/>
            <ac:spMk id="6" creationId="{2EDA4545-9F2D-43A1-9DD3-09A2702CC70A}"/>
          </ac:spMkLst>
        </pc:spChg>
        <pc:spChg chg="mod">
          <ac:chgData name="Dan Suciu" userId="10bb65c167223f43" providerId="LiveId" clId="{3E26252F-4655-46AF-A68D-8799E042BB55}" dt="2021-03-15T07:02:21.446" v="100" actId="1076"/>
          <ac:spMkLst>
            <pc:docMk/>
            <pc:sldMk cId="3035783589" sldId="458"/>
            <ac:spMk id="8" creationId="{7B98F18A-8FF6-4E4C-96AF-E7264AF84C1A}"/>
          </ac:spMkLst>
        </pc:spChg>
        <pc:spChg chg="mod">
          <ac:chgData name="Dan Suciu" userId="10bb65c167223f43" providerId="LiveId" clId="{3E26252F-4655-46AF-A68D-8799E042BB55}" dt="2021-03-15T07:02:21.446" v="100" actId="1076"/>
          <ac:spMkLst>
            <pc:docMk/>
            <pc:sldMk cId="3035783589" sldId="458"/>
            <ac:spMk id="9" creationId="{20DAE763-97D6-46B4-BF35-41335FAD7736}"/>
          </ac:spMkLst>
        </pc:spChg>
        <pc:spChg chg="mod">
          <ac:chgData name="Dan Suciu" userId="10bb65c167223f43" providerId="LiveId" clId="{3E26252F-4655-46AF-A68D-8799E042BB55}" dt="2021-03-15T07:02:21.446" v="100" actId="1076"/>
          <ac:spMkLst>
            <pc:docMk/>
            <pc:sldMk cId="3035783589" sldId="458"/>
            <ac:spMk id="10" creationId="{CA2E387C-7CB3-400A-A109-2F0303A85263}"/>
          </ac:spMkLst>
        </pc:spChg>
        <pc:grpChg chg="mod">
          <ac:chgData name="Dan Suciu" userId="10bb65c167223f43" providerId="LiveId" clId="{3E26252F-4655-46AF-A68D-8799E042BB55}" dt="2021-03-15T07:02:21.446" v="100" actId="1076"/>
          <ac:grpSpMkLst>
            <pc:docMk/>
            <pc:sldMk cId="3035783589" sldId="458"/>
            <ac:grpSpMk id="7" creationId="{51ACA10A-6831-4573-8BB9-A58E7154C430}"/>
          </ac:grpSpMkLst>
        </pc:grpChg>
        <pc:graphicFrameChg chg="mod">
          <ac:chgData name="Dan Suciu" userId="10bb65c167223f43" providerId="LiveId" clId="{3E26252F-4655-46AF-A68D-8799E042BB55}" dt="2021-03-15T07:02:21.446" v="100" actId="1076"/>
          <ac:graphicFrameMkLst>
            <pc:docMk/>
            <pc:sldMk cId="3035783589" sldId="458"/>
            <ac:graphicFrameMk id="5" creationId="{A03E34E1-E498-4768-BA20-552195EC9FAB}"/>
          </ac:graphicFrameMkLst>
        </pc:graphicFrameChg>
      </pc:sldChg>
      <pc:sldMasterChg chg="modSp modSldLayout">
        <pc:chgData name="Dan Suciu" userId="10bb65c167223f43" providerId="LiveId" clId="{3E26252F-4655-46AF-A68D-8799E042BB55}" dt="2021-03-15T06:44:45.451" v="0"/>
        <pc:sldMasterMkLst>
          <pc:docMk/>
          <pc:sldMasterMk cId="0" sldId="2147483651"/>
        </pc:sldMasterMkLst>
        <pc:spChg chg="mod">
          <ac:chgData name="Dan Suciu" userId="10bb65c167223f43" providerId="LiveId" clId="{3E26252F-4655-46AF-A68D-8799E042BB55}" dt="2021-03-15T06:44:45.451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3E26252F-4655-46AF-A68D-8799E042BB55}" dt="2021-03-15T06:44:45.451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3E26252F-4655-46AF-A68D-8799E042BB55}" dt="2021-03-15T06:44:45.451" v="0"/>
          <pc:sldLayoutMkLst>
            <pc:docMk/>
            <pc:sldMasterMk cId="0" sldId="2147483651"/>
            <pc:sldLayoutMk cId="2124514832" sldId="2147483686"/>
          </pc:sldLayoutMkLst>
          <pc:spChg chg="mod">
            <ac:chgData name="Dan Suciu" userId="10bb65c167223f43" providerId="LiveId" clId="{3E26252F-4655-46AF-A68D-8799E042BB55}" dt="2021-03-15T06:44:45.451" v="0"/>
            <ac:spMkLst>
              <pc:docMk/>
              <pc:sldMasterMk cId="0" sldId="2147483651"/>
              <pc:sldLayoutMk cId="2124514832" sldId="2147483686"/>
              <ac:spMk id="54339" creationId="{00000000-0000-0000-0000-000000000000}"/>
            </ac:spMkLst>
          </pc:spChg>
        </pc:sldLayoutChg>
      </pc:sldMasterChg>
    </pc:docChg>
  </pc:docChgLst>
  <pc:docChgLst>
    <pc:chgData name="Dan Suciu" userId="10bb65c167223f43" providerId="LiveId" clId="{21727EC7-8F26-406A-8F4E-7BE92F4DC989}"/>
    <pc:docChg chg="modSld">
      <pc:chgData name="Dan Suciu" userId="10bb65c167223f43" providerId="LiveId" clId="{21727EC7-8F26-406A-8F4E-7BE92F4DC989}" dt="2020-04-14T10:41:11.964" v="3" actId="20577"/>
      <pc:docMkLst>
        <pc:docMk/>
      </pc:docMkLst>
      <pc:sldChg chg="modSp">
        <pc:chgData name="Dan Suciu" userId="10bb65c167223f43" providerId="LiveId" clId="{21727EC7-8F26-406A-8F4E-7BE92F4DC989}" dt="2020-04-14T10:38:33.784" v="1" actId="20577"/>
        <pc:sldMkLst>
          <pc:docMk/>
          <pc:sldMk cId="0" sldId="420"/>
        </pc:sldMkLst>
        <pc:spChg chg="mod">
          <ac:chgData name="Dan Suciu" userId="10bb65c167223f43" providerId="LiveId" clId="{21727EC7-8F26-406A-8F4E-7BE92F4DC989}" dt="2020-04-14T10:38:33.784" v="1" actId="20577"/>
          <ac:spMkLst>
            <pc:docMk/>
            <pc:sldMk cId="0" sldId="420"/>
            <ac:spMk id="4100" creationId="{00000000-0000-0000-0000-000000000000}"/>
          </ac:spMkLst>
        </pc:spChg>
      </pc:sldChg>
      <pc:sldChg chg="modSp">
        <pc:chgData name="Dan Suciu" userId="10bb65c167223f43" providerId="LiveId" clId="{21727EC7-8F26-406A-8F4E-7BE92F4DC989}" dt="2020-04-14T10:41:11.964" v="3" actId="20577"/>
        <pc:sldMkLst>
          <pc:docMk/>
          <pc:sldMk cId="0" sldId="438"/>
        </pc:sldMkLst>
        <pc:spChg chg="mod">
          <ac:chgData name="Dan Suciu" userId="10bb65c167223f43" providerId="LiveId" clId="{21727EC7-8F26-406A-8F4E-7BE92F4DC989}" dt="2020-04-14T10:41:11.964" v="3" actId="20577"/>
          <ac:spMkLst>
            <pc:docMk/>
            <pc:sldMk cId="0" sldId="438"/>
            <ac:spMk id="20484" creationId="{00000000-0000-0000-0000-000000000000}"/>
          </ac:spMkLst>
        </pc:spChg>
      </pc:sldChg>
    </pc:docChg>
  </pc:docChgLst>
  <pc:docChgLst>
    <pc:chgData name="Dan Suciu" userId="10bb65c167223f43" providerId="LiveId" clId="{F6A14C1A-3AE0-4B7C-910A-2B5FFB1FAD44}"/>
    <pc:docChg chg="custSel modSld modShowInfo">
      <pc:chgData name="Dan Suciu" userId="10bb65c167223f43" providerId="LiveId" clId="{F6A14C1A-3AE0-4B7C-910A-2B5FFB1FAD44}" dt="2023-05-18T09:47:43.269" v="156"/>
      <pc:docMkLst>
        <pc:docMk/>
      </pc:docMkLst>
      <pc:sldChg chg="modSp mod">
        <pc:chgData name="Dan Suciu" userId="10bb65c167223f43" providerId="LiveId" clId="{F6A14C1A-3AE0-4B7C-910A-2B5FFB1FAD44}" dt="2023-05-18T09:15:48.332" v="5" actId="27636"/>
        <pc:sldMkLst>
          <pc:docMk/>
          <pc:sldMk cId="3782693087" sldId="266"/>
        </pc:sldMkLst>
        <pc:spChg chg="mod">
          <ac:chgData name="Dan Suciu" userId="10bb65c167223f43" providerId="LiveId" clId="{F6A14C1A-3AE0-4B7C-910A-2B5FFB1FAD44}" dt="2023-05-18T09:15:48.332" v="5" actId="27636"/>
          <ac:spMkLst>
            <pc:docMk/>
            <pc:sldMk cId="3782693087" sldId="266"/>
            <ac:spMk id="12" creationId="{84FEBB7C-E1C8-4DAD-8087-87548D9D335E}"/>
          </ac:spMkLst>
        </pc:spChg>
      </pc:sldChg>
      <pc:sldChg chg="modSp">
        <pc:chgData name="Dan Suciu" userId="10bb65c167223f43" providerId="LiveId" clId="{F6A14C1A-3AE0-4B7C-910A-2B5FFB1FAD44}" dt="2023-05-18T09:16:15.453" v="13" actId="14100"/>
        <pc:sldMkLst>
          <pc:docMk/>
          <pc:sldMk cId="0" sldId="420"/>
        </pc:sldMkLst>
        <pc:spChg chg="mod">
          <ac:chgData name="Dan Suciu" userId="10bb65c167223f43" providerId="LiveId" clId="{F6A14C1A-3AE0-4B7C-910A-2B5FFB1FAD44}" dt="2023-05-18T09:16:15.453" v="13" actId="14100"/>
          <ac:spMkLst>
            <pc:docMk/>
            <pc:sldMk cId="0" sldId="420"/>
            <ac:spMk id="4100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6:25.862" v="14" actId="14100"/>
        <pc:sldMkLst>
          <pc:docMk/>
          <pc:sldMk cId="0" sldId="421"/>
        </pc:sldMkLst>
        <pc:spChg chg="mod">
          <ac:chgData name="Dan Suciu" userId="10bb65c167223f43" providerId="LiveId" clId="{F6A14C1A-3AE0-4B7C-910A-2B5FFB1FAD44}" dt="2023-05-18T09:16:25.862" v="14" actId="14100"/>
          <ac:spMkLst>
            <pc:docMk/>
            <pc:sldMk cId="0" sldId="421"/>
            <ac:spMk id="5124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8:27.927" v="45" actId="404"/>
        <pc:sldMkLst>
          <pc:docMk/>
          <pc:sldMk cId="0" sldId="423"/>
        </pc:sldMkLst>
        <pc:spChg chg="mod">
          <ac:chgData name="Dan Suciu" userId="10bb65c167223f43" providerId="LiveId" clId="{F6A14C1A-3AE0-4B7C-910A-2B5FFB1FAD44}" dt="2023-05-18T09:18:27.927" v="45" actId="404"/>
          <ac:spMkLst>
            <pc:docMk/>
            <pc:sldMk cId="0" sldId="423"/>
            <ac:spMk id="6148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6:54.877" v="21" actId="14100"/>
        <pc:sldMkLst>
          <pc:docMk/>
          <pc:sldMk cId="0" sldId="424"/>
        </pc:sldMkLst>
        <pc:spChg chg="mod">
          <ac:chgData name="Dan Suciu" userId="10bb65c167223f43" providerId="LiveId" clId="{F6A14C1A-3AE0-4B7C-910A-2B5FFB1FAD44}" dt="2023-05-18T09:16:54.877" v="21" actId="14100"/>
          <ac:spMkLst>
            <pc:docMk/>
            <pc:sldMk cId="0" sldId="424"/>
            <ac:spMk id="7172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15.608" v="23" actId="14100"/>
        <pc:sldMkLst>
          <pc:docMk/>
          <pc:sldMk cId="0" sldId="425"/>
        </pc:sldMkLst>
        <pc:spChg chg="mod">
          <ac:chgData name="Dan Suciu" userId="10bb65c167223f43" providerId="LiveId" clId="{F6A14C1A-3AE0-4B7C-910A-2B5FFB1FAD44}" dt="2023-05-18T09:17:15.608" v="23" actId="14100"/>
          <ac:spMkLst>
            <pc:docMk/>
            <pc:sldMk cId="0" sldId="425"/>
            <ac:spMk id="8196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19.182" v="24" actId="14100"/>
        <pc:sldMkLst>
          <pc:docMk/>
          <pc:sldMk cId="0" sldId="426"/>
        </pc:sldMkLst>
        <pc:spChg chg="mod">
          <ac:chgData name="Dan Suciu" userId="10bb65c167223f43" providerId="LiveId" clId="{F6A14C1A-3AE0-4B7C-910A-2B5FFB1FAD44}" dt="2023-05-18T09:17:19.182" v="24" actId="14100"/>
          <ac:spMkLst>
            <pc:docMk/>
            <pc:sldMk cId="0" sldId="426"/>
            <ac:spMk id="9220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29.280" v="27" actId="14100"/>
        <pc:sldMkLst>
          <pc:docMk/>
          <pc:sldMk cId="0" sldId="427"/>
        </pc:sldMkLst>
        <pc:spChg chg="mod">
          <ac:chgData name="Dan Suciu" userId="10bb65c167223f43" providerId="LiveId" clId="{F6A14C1A-3AE0-4B7C-910A-2B5FFB1FAD44}" dt="2023-05-18T09:17:29.280" v="27" actId="14100"/>
          <ac:spMkLst>
            <pc:docMk/>
            <pc:sldMk cId="0" sldId="427"/>
            <ac:spMk id="10244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33.236" v="28" actId="14100"/>
        <pc:sldMkLst>
          <pc:docMk/>
          <pc:sldMk cId="0" sldId="428"/>
        </pc:sldMkLst>
        <pc:spChg chg="mod">
          <ac:chgData name="Dan Suciu" userId="10bb65c167223f43" providerId="LiveId" clId="{F6A14C1A-3AE0-4B7C-910A-2B5FFB1FAD44}" dt="2023-05-18T09:17:33.236" v="28" actId="14100"/>
          <ac:spMkLst>
            <pc:docMk/>
            <pc:sldMk cId="0" sldId="428"/>
            <ac:spMk id="11268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37.206" v="29" actId="14100"/>
        <pc:sldMkLst>
          <pc:docMk/>
          <pc:sldMk cId="0" sldId="430"/>
        </pc:sldMkLst>
        <pc:spChg chg="mod">
          <ac:chgData name="Dan Suciu" userId="10bb65c167223f43" providerId="LiveId" clId="{F6A14C1A-3AE0-4B7C-910A-2B5FFB1FAD44}" dt="2023-05-18T09:17:37.206" v="29" actId="14100"/>
          <ac:spMkLst>
            <pc:docMk/>
            <pc:sldMk cId="0" sldId="430"/>
            <ac:spMk id="12292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7:47.295" v="31" actId="1076"/>
        <pc:sldMkLst>
          <pc:docMk/>
          <pc:sldMk cId="0" sldId="432"/>
        </pc:sldMkLst>
        <pc:spChg chg="mod">
          <ac:chgData name="Dan Suciu" userId="10bb65c167223f43" providerId="LiveId" clId="{F6A14C1A-3AE0-4B7C-910A-2B5FFB1FAD44}" dt="2023-05-18T09:17:47.295" v="31" actId="1076"/>
          <ac:spMkLst>
            <pc:docMk/>
            <pc:sldMk cId="0" sldId="432"/>
            <ac:spMk id="14340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01.864" v="48" actId="1076"/>
        <pc:sldMkLst>
          <pc:docMk/>
          <pc:sldMk cId="0" sldId="433"/>
        </pc:sldMkLst>
        <pc:spChg chg="mod">
          <ac:chgData name="Dan Suciu" userId="10bb65c167223f43" providerId="LiveId" clId="{F6A14C1A-3AE0-4B7C-910A-2B5FFB1FAD44}" dt="2023-05-18T09:19:01.864" v="48" actId="1076"/>
          <ac:spMkLst>
            <pc:docMk/>
            <pc:sldMk cId="0" sldId="433"/>
            <ac:spMk id="15364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08.480" v="50" actId="1076"/>
        <pc:sldMkLst>
          <pc:docMk/>
          <pc:sldMk cId="0" sldId="434"/>
        </pc:sldMkLst>
        <pc:spChg chg="mod">
          <ac:chgData name="Dan Suciu" userId="10bb65c167223f43" providerId="LiveId" clId="{F6A14C1A-3AE0-4B7C-910A-2B5FFB1FAD44}" dt="2023-05-18T09:19:08.480" v="50" actId="1076"/>
          <ac:spMkLst>
            <pc:docMk/>
            <pc:sldMk cId="0" sldId="434"/>
            <ac:spMk id="16388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11.349" v="51" actId="14100"/>
        <pc:sldMkLst>
          <pc:docMk/>
          <pc:sldMk cId="0" sldId="435"/>
        </pc:sldMkLst>
        <pc:spChg chg="mod">
          <ac:chgData name="Dan Suciu" userId="10bb65c167223f43" providerId="LiveId" clId="{F6A14C1A-3AE0-4B7C-910A-2B5FFB1FAD44}" dt="2023-05-18T09:19:11.349" v="51" actId="14100"/>
          <ac:spMkLst>
            <pc:docMk/>
            <pc:sldMk cId="0" sldId="435"/>
            <ac:spMk id="17412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15.759" v="52" actId="14100"/>
        <pc:sldMkLst>
          <pc:docMk/>
          <pc:sldMk cId="0" sldId="436"/>
        </pc:sldMkLst>
        <pc:spChg chg="mod">
          <ac:chgData name="Dan Suciu" userId="10bb65c167223f43" providerId="LiveId" clId="{F6A14C1A-3AE0-4B7C-910A-2B5FFB1FAD44}" dt="2023-05-18T09:19:15.759" v="52" actId="14100"/>
          <ac:spMkLst>
            <pc:docMk/>
            <pc:sldMk cId="0" sldId="436"/>
            <ac:spMk id="18436" creationId="{00000000-0000-0000-0000-000000000000}"/>
          </ac:spMkLst>
        </pc:spChg>
      </pc:sldChg>
      <pc:sldChg chg="modSp mod">
        <pc:chgData name="Dan Suciu" userId="10bb65c167223f43" providerId="LiveId" clId="{F6A14C1A-3AE0-4B7C-910A-2B5FFB1FAD44}" dt="2023-05-18T09:41:54.094" v="130" actId="20577"/>
        <pc:sldMkLst>
          <pc:docMk/>
          <pc:sldMk cId="0" sldId="437"/>
        </pc:sldMkLst>
        <pc:spChg chg="mod">
          <ac:chgData name="Dan Suciu" userId="10bb65c167223f43" providerId="LiveId" clId="{F6A14C1A-3AE0-4B7C-910A-2B5FFB1FAD44}" dt="2023-05-18T09:41:54.094" v="130" actId="20577"/>
          <ac:spMkLst>
            <pc:docMk/>
            <pc:sldMk cId="0" sldId="437"/>
            <ac:spMk id="19460" creationId="{00000000-0000-0000-0000-000000000000}"/>
          </ac:spMkLst>
        </pc:spChg>
      </pc:sldChg>
      <pc:sldChg chg="modSp mod">
        <pc:chgData name="Dan Suciu" userId="10bb65c167223f43" providerId="LiveId" clId="{F6A14C1A-3AE0-4B7C-910A-2B5FFB1FAD44}" dt="2023-05-18T09:42:43.971" v="155"/>
        <pc:sldMkLst>
          <pc:docMk/>
          <pc:sldMk cId="0" sldId="438"/>
        </pc:sldMkLst>
        <pc:spChg chg="mod">
          <ac:chgData name="Dan Suciu" userId="10bb65c167223f43" providerId="LiveId" clId="{F6A14C1A-3AE0-4B7C-910A-2B5FFB1FAD44}" dt="2023-05-18T09:42:43.971" v="155"/>
          <ac:spMkLst>
            <pc:docMk/>
            <pc:sldMk cId="0" sldId="438"/>
            <ac:spMk id="20484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31.159" v="57" actId="14100"/>
        <pc:sldMkLst>
          <pc:docMk/>
          <pc:sldMk cId="0" sldId="439"/>
        </pc:sldMkLst>
        <pc:spChg chg="mod">
          <ac:chgData name="Dan Suciu" userId="10bb65c167223f43" providerId="LiveId" clId="{F6A14C1A-3AE0-4B7C-910A-2B5FFB1FAD44}" dt="2023-05-18T09:19:31.159" v="57" actId="14100"/>
          <ac:spMkLst>
            <pc:docMk/>
            <pc:sldMk cId="0" sldId="439"/>
            <ac:spMk id="21508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20:01.189" v="91" actId="1036"/>
        <pc:sldMkLst>
          <pc:docMk/>
          <pc:sldMk cId="0" sldId="441"/>
        </pc:sldMkLst>
        <pc:spChg chg="mod">
          <ac:chgData name="Dan Suciu" userId="10bb65c167223f43" providerId="LiveId" clId="{F6A14C1A-3AE0-4B7C-910A-2B5FFB1FAD44}" dt="2023-05-18T09:20:01.189" v="91" actId="1036"/>
          <ac:spMkLst>
            <pc:docMk/>
            <pc:sldMk cId="0" sldId="441"/>
            <ac:spMk id="25604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55.871" v="83" actId="14100"/>
        <pc:sldMkLst>
          <pc:docMk/>
          <pc:sldMk cId="0" sldId="444"/>
        </pc:sldMkLst>
        <pc:spChg chg="mod">
          <ac:chgData name="Dan Suciu" userId="10bb65c167223f43" providerId="LiveId" clId="{F6A14C1A-3AE0-4B7C-910A-2B5FFB1FAD44}" dt="2023-05-18T09:19:55.871" v="83" actId="14100"/>
          <ac:spMkLst>
            <pc:docMk/>
            <pc:sldMk cId="0" sldId="444"/>
            <ac:spMk id="24580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20:06.061" v="97" actId="1036"/>
        <pc:sldMkLst>
          <pc:docMk/>
          <pc:sldMk cId="0" sldId="445"/>
        </pc:sldMkLst>
        <pc:spChg chg="mod">
          <ac:chgData name="Dan Suciu" userId="10bb65c167223f43" providerId="LiveId" clId="{F6A14C1A-3AE0-4B7C-910A-2B5FFB1FAD44}" dt="2023-05-18T09:20:06.061" v="97" actId="1036"/>
          <ac:spMkLst>
            <pc:docMk/>
            <pc:sldMk cId="0" sldId="445"/>
            <ac:spMk id="26628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9:51.861" v="82" actId="1035"/>
        <pc:sldMkLst>
          <pc:docMk/>
          <pc:sldMk cId="0" sldId="446"/>
        </pc:sldMkLst>
        <pc:spChg chg="mod">
          <ac:chgData name="Dan Suciu" userId="10bb65c167223f43" providerId="LiveId" clId="{F6A14C1A-3AE0-4B7C-910A-2B5FFB1FAD44}" dt="2023-05-18T09:19:51.861" v="82" actId="1035"/>
          <ac:spMkLst>
            <pc:docMk/>
            <pc:sldMk cId="0" sldId="446"/>
            <ac:spMk id="23556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20:13.293" v="104" actId="1035"/>
        <pc:sldMkLst>
          <pc:docMk/>
          <pc:sldMk cId="0" sldId="447"/>
        </pc:sldMkLst>
        <pc:spChg chg="mod">
          <ac:chgData name="Dan Suciu" userId="10bb65c167223f43" providerId="LiveId" clId="{F6A14C1A-3AE0-4B7C-910A-2B5FFB1FAD44}" dt="2023-05-18T09:20:13.293" v="104" actId="1035"/>
          <ac:spMkLst>
            <pc:docMk/>
            <pc:sldMk cId="0" sldId="447"/>
            <ac:spMk id="27652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20:27.950" v="110" actId="20577"/>
        <pc:sldMkLst>
          <pc:docMk/>
          <pc:sldMk cId="0" sldId="449"/>
        </pc:sldMkLst>
        <pc:spChg chg="mod">
          <ac:chgData name="Dan Suciu" userId="10bb65c167223f43" providerId="LiveId" clId="{F6A14C1A-3AE0-4B7C-910A-2B5FFB1FAD44}" dt="2023-05-18T09:20:27.950" v="110" actId="20577"/>
          <ac:spMkLst>
            <pc:docMk/>
            <pc:sldMk cId="0" sldId="449"/>
            <ac:spMk id="29700" creationId="{00000000-0000-0000-0000-000000000000}"/>
          </ac:spMkLst>
        </pc:spChg>
      </pc:sldChg>
      <pc:sldChg chg="modSp">
        <pc:chgData name="Dan Suciu" userId="10bb65c167223f43" providerId="LiveId" clId="{F6A14C1A-3AE0-4B7C-910A-2B5FFB1FAD44}" dt="2023-05-18T09:18:52.749" v="46" actId="1076"/>
        <pc:sldMkLst>
          <pc:docMk/>
          <pc:sldMk cId="4137998763" sldId="450"/>
        </pc:sldMkLst>
        <pc:spChg chg="mod">
          <ac:chgData name="Dan Suciu" userId="10bb65c167223f43" providerId="LiveId" clId="{F6A14C1A-3AE0-4B7C-910A-2B5FFB1FAD44}" dt="2023-05-18T09:18:52.749" v="46" actId="1076"/>
          <ac:spMkLst>
            <pc:docMk/>
            <pc:sldMk cId="4137998763" sldId="450"/>
            <ac:spMk id="9220" creationId="{00000000-0000-0000-0000-000000000000}"/>
          </ac:spMkLst>
        </pc:spChg>
      </pc:sldChg>
      <pc:sldChg chg="modTransition">
        <pc:chgData name="Dan Suciu" userId="10bb65c167223f43" providerId="LiveId" clId="{F6A14C1A-3AE0-4B7C-910A-2B5FFB1FAD44}" dt="2023-05-18T09:47:43.269" v="156"/>
        <pc:sldMkLst>
          <pc:docMk/>
          <pc:sldMk cId="1225732431" sldId="456"/>
        </pc:sldMkLst>
      </pc:sldChg>
      <pc:sldChg chg="modTransition">
        <pc:chgData name="Dan Suciu" userId="10bb65c167223f43" providerId="LiveId" clId="{F6A14C1A-3AE0-4B7C-910A-2B5FFB1FAD44}" dt="2023-05-18T09:47:43.269" v="156"/>
        <pc:sldMkLst>
          <pc:docMk/>
          <pc:sldMk cId="3559427918" sldId="457"/>
        </pc:sldMkLst>
      </pc:sldChg>
      <pc:sldChg chg="modSp">
        <pc:chgData name="Dan Suciu" userId="10bb65c167223f43" providerId="LiveId" clId="{F6A14C1A-3AE0-4B7C-910A-2B5FFB1FAD44}" dt="2023-05-18T09:19:39.838" v="77" actId="1037"/>
        <pc:sldMkLst>
          <pc:docMk/>
          <pc:sldMk cId="3035783589" sldId="458"/>
        </pc:sldMkLst>
        <pc:spChg chg="mod">
          <ac:chgData name="Dan Suciu" userId="10bb65c167223f43" providerId="LiveId" clId="{F6A14C1A-3AE0-4B7C-910A-2B5FFB1FAD44}" dt="2023-05-18T09:19:39.838" v="77" actId="1037"/>
          <ac:spMkLst>
            <pc:docMk/>
            <pc:sldMk cId="3035783589" sldId="458"/>
            <ac:spMk id="4" creationId="{FEAD1DC1-7183-4168-B61F-6DE969279D87}"/>
          </ac:spMkLst>
        </pc:spChg>
        <pc:spChg chg="mod">
          <ac:chgData name="Dan Suciu" userId="10bb65c167223f43" providerId="LiveId" clId="{F6A14C1A-3AE0-4B7C-910A-2B5FFB1FAD44}" dt="2023-05-18T09:19:39.838" v="77" actId="1037"/>
          <ac:spMkLst>
            <pc:docMk/>
            <pc:sldMk cId="3035783589" sldId="458"/>
            <ac:spMk id="6" creationId="{2EDA4545-9F2D-43A1-9DD3-09A2702CC70A}"/>
          </ac:spMkLst>
        </pc:spChg>
        <pc:spChg chg="mod">
          <ac:chgData name="Dan Suciu" userId="10bb65c167223f43" providerId="LiveId" clId="{F6A14C1A-3AE0-4B7C-910A-2B5FFB1FAD44}" dt="2023-05-18T09:19:39.838" v="77" actId="1037"/>
          <ac:spMkLst>
            <pc:docMk/>
            <pc:sldMk cId="3035783589" sldId="458"/>
            <ac:spMk id="8" creationId="{7B98F18A-8FF6-4E4C-96AF-E7264AF84C1A}"/>
          </ac:spMkLst>
        </pc:spChg>
        <pc:spChg chg="mod">
          <ac:chgData name="Dan Suciu" userId="10bb65c167223f43" providerId="LiveId" clId="{F6A14C1A-3AE0-4B7C-910A-2B5FFB1FAD44}" dt="2023-05-18T09:19:39.838" v="77" actId="1037"/>
          <ac:spMkLst>
            <pc:docMk/>
            <pc:sldMk cId="3035783589" sldId="458"/>
            <ac:spMk id="9" creationId="{20DAE763-97D6-46B4-BF35-41335FAD7736}"/>
          </ac:spMkLst>
        </pc:spChg>
        <pc:spChg chg="mod">
          <ac:chgData name="Dan Suciu" userId="10bb65c167223f43" providerId="LiveId" clId="{F6A14C1A-3AE0-4B7C-910A-2B5FFB1FAD44}" dt="2023-05-18T09:19:39.838" v="77" actId="1037"/>
          <ac:spMkLst>
            <pc:docMk/>
            <pc:sldMk cId="3035783589" sldId="458"/>
            <ac:spMk id="10" creationId="{CA2E387C-7CB3-400A-A109-2F0303A85263}"/>
          </ac:spMkLst>
        </pc:spChg>
        <pc:grpChg chg="mod">
          <ac:chgData name="Dan Suciu" userId="10bb65c167223f43" providerId="LiveId" clId="{F6A14C1A-3AE0-4B7C-910A-2B5FFB1FAD44}" dt="2023-05-18T09:19:39.838" v="77" actId="1037"/>
          <ac:grpSpMkLst>
            <pc:docMk/>
            <pc:sldMk cId="3035783589" sldId="458"/>
            <ac:grpSpMk id="7" creationId="{51ACA10A-6831-4573-8BB9-A58E7154C430}"/>
          </ac:grpSpMkLst>
        </pc:grpChg>
        <pc:graphicFrameChg chg="mod">
          <ac:chgData name="Dan Suciu" userId="10bb65c167223f43" providerId="LiveId" clId="{F6A14C1A-3AE0-4B7C-910A-2B5FFB1FAD44}" dt="2023-05-18T09:19:39.838" v="77" actId="1037"/>
          <ac:graphicFrameMkLst>
            <pc:docMk/>
            <pc:sldMk cId="3035783589" sldId="458"/>
            <ac:graphicFrameMk id="5" creationId="{A03E34E1-E498-4768-BA20-552195EC9FAB}"/>
          </ac:graphicFrameMkLst>
        </pc:graphicFrameChg>
      </pc:sldChg>
    </pc:docChg>
  </pc:docChgLst>
  <pc:docChgLst>
    <pc:chgData name="Dan Suciu" userId="10bb65c167223f43" providerId="LiveId" clId="{067A57F4-84BD-49BA-82A5-8254AFDAA324}"/>
    <pc:docChg chg="modSld">
      <pc:chgData name="Dan Suciu" userId="10bb65c167223f43" providerId="LiveId" clId="{067A57F4-84BD-49BA-82A5-8254AFDAA324}" dt="2022-03-14T13:09:17.259" v="7" actId="20577"/>
      <pc:docMkLst>
        <pc:docMk/>
      </pc:docMkLst>
      <pc:sldChg chg="modSp mod">
        <pc:chgData name="Dan Suciu" userId="10bb65c167223f43" providerId="LiveId" clId="{067A57F4-84BD-49BA-82A5-8254AFDAA324}" dt="2022-03-14T13:02:05.122" v="1" actId="20577"/>
        <pc:sldMkLst>
          <pc:docMk/>
          <pc:sldMk cId="0" sldId="430"/>
        </pc:sldMkLst>
        <pc:spChg chg="mod">
          <ac:chgData name="Dan Suciu" userId="10bb65c167223f43" providerId="LiveId" clId="{067A57F4-84BD-49BA-82A5-8254AFDAA324}" dt="2022-03-14T13:02:05.122" v="1" actId="20577"/>
          <ac:spMkLst>
            <pc:docMk/>
            <pc:sldMk cId="0" sldId="430"/>
            <ac:spMk id="12292" creationId="{00000000-0000-0000-0000-000000000000}"/>
          </ac:spMkLst>
        </pc:spChg>
      </pc:sldChg>
      <pc:sldChg chg="modSp mod">
        <pc:chgData name="Dan Suciu" userId="10bb65c167223f43" providerId="LiveId" clId="{067A57F4-84BD-49BA-82A5-8254AFDAA324}" dt="2022-03-14T13:09:17.259" v="7" actId="20577"/>
        <pc:sldMkLst>
          <pc:docMk/>
          <pc:sldMk cId="0" sldId="434"/>
        </pc:sldMkLst>
        <pc:spChg chg="mod">
          <ac:chgData name="Dan Suciu" userId="10bb65c167223f43" providerId="LiveId" clId="{067A57F4-84BD-49BA-82A5-8254AFDAA324}" dt="2022-03-14T13:09:17.259" v="7" actId="20577"/>
          <ac:spMkLst>
            <pc:docMk/>
            <pc:sldMk cId="0" sldId="434"/>
            <ac:spMk id="16388" creationId="{00000000-0000-0000-0000-000000000000}"/>
          </ac:spMkLst>
        </pc:spChg>
      </pc:sldChg>
    </pc:docChg>
  </pc:docChgLst>
  <pc:docChgLst>
    <pc:chgData name="Dan Suciu" userId="10bb65c167223f43" providerId="LiveId" clId="{C929DEB1-923F-4534-9B3D-C343FA97CD3F}"/>
    <pc:docChg chg="custSel addSld modSld">
      <pc:chgData name="Dan Suciu" userId="10bb65c167223f43" providerId="LiveId" clId="{C929DEB1-923F-4534-9B3D-C343FA97CD3F}" dt="2019-03-11T10:47:54.079" v="50" actId="20577"/>
      <pc:docMkLst>
        <pc:docMk/>
      </pc:docMkLst>
      <pc:sldChg chg="modSp modNotesTx">
        <pc:chgData name="Dan Suciu" userId="10bb65c167223f43" providerId="LiveId" clId="{C929DEB1-923F-4534-9B3D-C343FA97CD3F}" dt="2019-03-11T10:41:13.390" v="38" actId="20577"/>
        <pc:sldMkLst>
          <pc:docMk/>
          <pc:sldMk cId="0" sldId="313"/>
        </pc:sldMkLst>
        <pc:spChg chg="mod">
          <ac:chgData name="Dan Suciu" userId="10bb65c167223f43" providerId="LiveId" clId="{C929DEB1-923F-4534-9B3D-C343FA97CD3F}" dt="2019-03-11T10:41:13.390" v="38" actId="20577"/>
          <ac:spMkLst>
            <pc:docMk/>
            <pc:sldMk cId="0" sldId="313"/>
            <ac:spMk id="3075" creationId="{00000000-0000-0000-0000-000000000000}"/>
          </ac:spMkLst>
        </pc:spChg>
      </pc:sldChg>
      <pc:sldChg chg="modAnim">
        <pc:chgData name="Dan Suciu" userId="10bb65c167223f43" providerId="LiveId" clId="{C929DEB1-923F-4534-9B3D-C343FA97CD3F}" dt="2019-03-11T10:32:49.634" v="3"/>
        <pc:sldMkLst>
          <pc:docMk/>
          <pc:sldMk cId="0" sldId="420"/>
        </pc:sldMkLst>
      </pc:sldChg>
      <pc:sldChg chg="modAnim">
        <pc:chgData name="Dan Suciu" userId="10bb65c167223f43" providerId="LiveId" clId="{C929DEB1-923F-4534-9B3D-C343FA97CD3F}" dt="2019-03-11T10:33:19.270" v="5"/>
        <pc:sldMkLst>
          <pc:docMk/>
          <pc:sldMk cId="0" sldId="421"/>
        </pc:sldMkLst>
      </pc:sldChg>
      <pc:sldChg chg="modAnim">
        <pc:chgData name="Dan Suciu" userId="10bb65c167223f43" providerId="LiveId" clId="{C929DEB1-923F-4534-9B3D-C343FA97CD3F}" dt="2019-03-11T10:33:50.452" v="6"/>
        <pc:sldMkLst>
          <pc:docMk/>
          <pc:sldMk cId="0" sldId="423"/>
        </pc:sldMkLst>
      </pc:sldChg>
      <pc:sldChg chg="modSp">
        <pc:chgData name="Dan Suciu" userId="10bb65c167223f43" providerId="LiveId" clId="{C929DEB1-923F-4534-9B3D-C343FA97CD3F}" dt="2019-03-11T10:36:53.482" v="24" actId="20577"/>
        <pc:sldMkLst>
          <pc:docMk/>
          <pc:sldMk cId="0" sldId="426"/>
        </pc:sldMkLst>
        <pc:spChg chg="mod">
          <ac:chgData name="Dan Suciu" userId="10bb65c167223f43" providerId="LiveId" clId="{C929DEB1-923F-4534-9B3D-C343FA97CD3F}" dt="2019-03-11T10:36:53.482" v="24" actId="20577"/>
          <ac:spMkLst>
            <pc:docMk/>
            <pc:sldMk cId="0" sldId="426"/>
            <ac:spMk id="9220" creationId="{00000000-0000-0000-0000-000000000000}"/>
          </ac:spMkLst>
        </pc:spChg>
      </pc:sldChg>
      <pc:sldChg chg="modAnim">
        <pc:chgData name="Dan Suciu" userId="10bb65c167223f43" providerId="LiveId" clId="{C929DEB1-923F-4534-9B3D-C343FA97CD3F}" dt="2019-03-11T10:38:12.460" v="26"/>
        <pc:sldMkLst>
          <pc:docMk/>
          <pc:sldMk cId="0" sldId="432"/>
        </pc:sldMkLst>
      </pc:sldChg>
      <pc:sldChg chg="modSp modAnim">
        <pc:chgData name="Dan Suciu" userId="10bb65c167223f43" providerId="LiveId" clId="{C929DEB1-923F-4534-9B3D-C343FA97CD3F}" dt="2019-03-11T10:39:03.211" v="32" actId="20577"/>
        <pc:sldMkLst>
          <pc:docMk/>
          <pc:sldMk cId="0" sldId="433"/>
        </pc:sldMkLst>
        <pc:spChg chg="mod">
          <ac:chgData name="Dan Suciu" userId="10bb65c167223f43" providerId="LiveId" clId="{C929DEB1-923F-4534-9B3D-C343FA97CD3F}" dt="2019-03-11T10:39:03.211" v="32" actId="20577"/>
          <ac:spMkLst>
            <pc:docMk/>
            <pc:sldMk cId="0" sldId="433"/>
            <ac:spMk id="15364" creationId="{00000000-0000-0000-0000-000000000000}"/>
          </ac:spMkLst>
        </pc:spChg>
      </pc:sldChg>
      <pc:sldChg chg="modAnim">
        <pc:chgData name="Dan Suciu" userId="10bb65c167223f43" providerId="LiveId" clId="{C929DEB1-923F-4534-9B3D-C343FA97CD3F}" dt="2019-03-11T10:40:11.846" v="34"/>
        <pc:sldMkLst>
          <pc:docMk/>
          <pc:sldMk cId="0" sldId="435"/>
        </pc:sldMkLst>
      </pc:sldChg>
      <pc:sldChg chg="modSp">
        <pc:chgData name="Dan Suciu" userId="10bb65c167223f43" providerId="LiveId" clId="{C929DEB1-923F-4534-9B3D-C343FA97CD3F}" dt="2019-03-11T10:41:57.634" v="41" actId="20577"/>
        <pc:sldMkLst>
          <pc:docMk/>
          <pc:sldMk cId="0" sldId="436"/>
        </pc:sldMkLst>
        <pc:spChg chg="mod">
          <ac:chgData name="Dan Suciu" userId="10bb65c167223f43" providerId="LiveId" clId="{C929DEB1-923F-4534-9B3D-C343FA97CD3F}" dt="2019-03-11T10:41:57.634" v="41" actId="20577"/>
          <ac:spMkLst>
            <pc:docMk/>
            <pc:sldMk cId="0" sldId="436"/>
            <ac:spMk id="18436" creationId="{00000000-0000-0000-0000-000000000000}"/>
          </ac:spMkLst>
        </pc:spChg>
      </pc:sldChg>
      <pc:sldChg chg="modSp">
        <pc:chgData name="Dan Suciu" userId="10bb65c167223f43" providerId="LiveId" clId="{C929DEB1-923F-4534-9B3D-C343FA97CD3F}" dt="2019-03-11T10:40:41.325" v="37" actId="20577"/>
        <pc:sldMkLst>
          <pc:docMk/>
          <pc:sldMk cId="0" sldId="437"/>
        </pc:sldMkLst>
        <pc:spChg chg="mod">
          <ac:chgData name="Dan Suciu" userId="10bb65c167223f43" providerId="LiveId" clId="{C929DEB1-923F-4534-9B3D-C343FA97CD3F}" dt="2019-03-11T10:40:41.325" v="37" actId="20577"/>
          <ac:spMkLst>
            <pc:docMk/>
            <pc:sldMk cId="0" sldId="437"/>
            <ac:spMk id="19459" creationId="{00000000-0000-0000-0000-000000000000}"/>
          </ac:spMkLst>
        </pc:spChg>
      </pc:sldChg>
      <pc:sldChg chg="modSp">
        <pc:chgData name="Dan Suciu" userId="10bb65c167223f43" providerId="LiveId" clId="{C929DEB1-923F-4534-9B3D-C343FA97CD3F}" dt="2019-03-11T10:47:54.079" v="50" actId="20577"/>
        <pc:sldMkLst>
          <pc:docMk/>
          <pc:sldMk cId="0" sldId="441"/>
        </pc:sldMkLst>
        <pc:spChg chg="mod">
          <ac:chgData name="Dan Suciu" userId="10bb65c167223f43" providerId="LiveId" clId="{C929DEB1-923F-4534-9B3D-C343FA97CD3F}" dt="2019-03-11T10:47:54.079" v="50" actId="20577"/>
          <ac:spMkLst>
            <pc:docMk/>
            <pc:sldMk cId="0" sldId="441"/>
            <ac:spMk id="25604" creationId="{00000000-0000-0000-0000-000000000000}"/>
          </ac:spMkLst>
        </pc:spChg>
      </pc:sldChg>
      <pc:sldChg chg="modSp">
        <pc:chgData name="Dan Suciu" userId="10bb65c167223f43" providerId="LiveId" clId="{C929DEB1-923F-4534-9B3D-C343FA97CD3F}" dt="2019-03-11T10:37:10.807" v="25" actId="20577"/>
        <pc:sldMkLst>
          <pc:docMk/>
          <pc:sldMk cId="4137998763" sldId="450"/>
        </pc:sldMkLst>
        <pc:spChg chg="mod">
          <ac:chgData name="Dan Suciu" userId="10bb65c167223f43" providerId="LiveId" clId="{C929DEB1-923F-4534-9B3D-C343FA97CD3F}" dt="2019-03-11T10:37:10.807" v="25" actId="20577"/>
          <ac:spMkLst>
            <pc:docMk/>
            <pc:sldMk cId="4137998763" sldId="450"/>
            <ac:spMk id="9220" creationId="{00000000-0000-0000-0000-000000000000}"/>
          </ac:spMkLst>
        </pc:spChg>
      </pc:sldChg>
      <pc:sldChg chg="addSp delSp modSp add modAnim">
        <pc:chgData name="Dan Suciu" userId="10bb65c167223f43" providerId="LiveId" clId="{C929DEB1-923F-4534-9B3D-C343FA97CD3F}" dt="2019-03-11T10:43:54.272" v="45"/>
        <pc:sldMkLst>
          <pc:docMk/>
          <pc:sldMk cId="3035783589" sldId="458"/>
        </pc:sldMkLst>
        <pc:spChg chg="mod">
          <ac:chgData name="Dan Suciu" userId="10bb65c167223f43" providerId="LiveId" clId="{C929DEB1-923F-4534-9B3D-C343FA97CD3F}" dt="2019-03-11T10:43:30.463" v="43"/>
          <ac:spMkLst>
            <pc:docMk/>
            <pc:sldMk cId="3035783589" sldId="458"/>
            <ac:spMk id="2" creationId="{37ECBE7D-6D0C-446D-9806-8963436E572F}"/>
          </ac:spMkLst>
        </pc:spChg>
        <pc:spChg chg="del">
          <ac:chgData name="Dan Suciu" userId="10bb65c167223f43" providerId="LiveId" clId="{C929DEB1-923F-4534-9B3D-C343FA97CD3F}" dt="2019-03-11T10:43:53.874" v="44" actId="478"/>
          <ac:spMkLst>
            <pc:docMk/>
            <pc:sldMk cId="3035783589" sldId="458"/>
            <ac:spMk id="3" creationId="{21A07C27-35A8-429B-9987-B5301A8D0E89}"/>
          </ac:spMkLst>
        </pc:spChg>
        <pc:spChg chg="add">
          <ac:chgData name="Dan Suciu" userId="10bb65c167223f43" providerId="LiveId" clId="{C929DEB1-923F-4534-9B3D-C343FA97CD3F}" dt="2019-03-11T10:43:54.272" v="45"/>
          <ac:spMkLst>
            <pc:docMk/>
            <pc:sldMk cId="3035783589" sldId="458"/>
            <ac:spMk id="4" creationId="{FEAD1DC1-7183-4168-B61F-6DE969279D87}"/>
          </ac:spMkLst>
        </pc:spChg>
        <pc:spChg chg="add">
          <ac:chgData name="Dan Suciu" userId="10bb65c167223f43" providerId="LiveId" clId="{C929DEB1-923F-4534-9B3D-C343FA97CD3F}" dt="2019-03-11T10:43:54.272" v="45"/>
          <ac:spMkLst>
            <pc:docMk/>
            <pc:sldMk cId="3035783589" sldId="458"/>
            <ac:spMk id="6" creationId="{2EDA4545-9F2D-43A1-9DD3-09A2702CC70A}"/>
          </ac:spMkLst>
        </pc:spChg>
        <pc:spChg chg="add">
          <ac:chgData name="Dan Suciu" userId="10bb65c167223f43" providerId="LiveId" clId="{C929DEB1-923F-4534-9B3D-C343FA97CD3F}" dt="2019-03-11T10:43:54.272" v="45"/>
          <ac:spMkLst>
            <pc:docMk/>
            <pc:sldMk cId="3035783589" sldId="458"/>
            <ac:spMk id="10" creationId="{CA2E387C-7CB3-400A-A109-2F0303A85263}"/>
          </ac:spMkLst>
        </pc:spChg>
        <pc:grpChg chg="add">
          <ac:chgData name="Dan Suciu" userId="10bb65c167223f43" providerId="LiveId" clId="{C929DEB1-923F-4534-9B3D-C343FA97CD3F}" dt="2019-03-11T10:43:54.272" v="45"/>
          <ac:grpSpMkLst>
            <pc:docMk/>
            <pc:sldMk cId="3035783589" sldId="458"/>
            <ac:grpSpMk id="7" creationId="{51ACA10A-6831-4573-8BB9-A58E7154C430}"/>
          </ac:grpSpMkLst>
        </pc:grpChg>
        <pc:graphicFrameChg chg="add">
          <ac:chgData name="Dan Suciu" userId="10bb65c167223f43" providerId="LiveId" clId="{C929DEB1-923F-4534-9B3D-C343FA97CD3F}" dt="2019-03-11T10:43:54.272" v="45"/>
          <ac:graphicFrameMkLst>
            <pc:docMk/>
            <pc:sldMk cId="3035783589" sldId="458"/>
            <ac:graphicFrameMk id="5" creationId="{A03E34E1-E498-4768-BA20-552195EC9FAB}"/>
          </ac:graphicFrameMkLst>
        </pc:graphicFrameChg>
      </pc:sldChg>
    </pc:docChg>
  </pc:docChgLst>
  <pc:docChgLst>
    <pc:chgData name="Dan Suciu" userId="10bb65c167223f43" providerId="LiveId" clId="{836D1A63-145A-4D6A-8553-30D68325C457}"/>
    <pc:docChg chg="custSel delSld modSld">
      <pc:chgData name="Dan Suciu" userId="10bb65c167223f43" providerId="LiveId" clId="{836D1A63-145A-4D6A-8553-30D68325C457}" dt="2023-11-14T17:11:17.821" v="1" actId="47"/>
      <pc:docMkLst>
        <pc:docMk/>
      </pc:docMkLst>
      <pc:sldChg chg="delSp mod">
        <pc:chgData name="Dan Suciu" userId="10bb65c167223f43" providerId="LiveId" clId="{836D1A63-145A-4D6A-8553-30D68325C457}" dt="2023-11-14T17:10:58.083" v="0" actId="478"/>
        <pc:sldMkLst>
          <pc:docMk/>
          <pc:sldMk cId="3782693087" sldId="266"/>
        </pc:sldMkLst>
        <pc:grpChg chg="del">
          <ac:chgData name="Dan Suciu" userId="10bb65c167223f43" providerId="LiveId" clId="{836D1A63-145A-4D6A-8553-30D68325C457}" dt="2023-11-14T17:10:58.083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0" sldId="442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788722072" sldId="451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3504342825" sldId="452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964690388" sldId="453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3604570080" sldId="454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2451053266" sldId="455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1225732431" sldId="456"/>
        </pc:sldMkLst>
      </pc:sldChg>
      <pc:sldChg chg="del">
        <pc:chgData name="Dan Suciu" userId="10bb65c167223f43" providerId="LiveId" clId="{836D1A63-145A-4D6A-8553-30D68325C457}" dt="2023-11-14T17:11:17.821" v="1" actId="47"/>
        <pc:sldMkLst>
          <pc:docMk/>
          <pc:sldMk cId="3559427918" sldId="4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E641A7-0214-47BE-816E-BFD000F9D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1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9B03B7D-5E8C-488F-BE7B-2F7F9C30F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8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7D8E7A5B-4D52-4445-A0FA-81B6F3E6AED4}" type="slidenum">
              <a:rPr lang="en-US" sz="1200" smtClean="0"/>
              <a:pPr eaLnBrk="1" hangingPunct="1">
                <a:defRPr/>
              </a:pPr>
              <a:t>2</a:t>
            </a:fld>
            <a:endParaRPr lang="en-US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i="1" dirty="0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71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4AF328A-5B97-41E5-9C32-872931C4793C}" type="slidenum">
              <a:rPr lang="en-US" sz="1200" smtClean="0"/>
              <a:pPr eaLnBrk="1" hangingPunct="1">
                <a:defRPr/>
              </a:pPr>
              <a:t>3</a:t>
            </a:fld>
            <a:endParaRPr 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6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D00A1DEA-33EC-4799-95A5-75AA2E5FF86C}" type="slidenum">
              <a:rPr lang="en-US" sz="1200" smtClean="0"/>
              <a:pPr eaLnBrk="1" hangingPunct="1">
                <a:defRPr/>
              </a:pPr>
              <a:t>4</a:t>
            </a:fld>
            <a:endParaRPr 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7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45E36259-F7D2-49D7-8476-E702764E81E8}" type="slidenum">
              <a:rPr lang="en-US" sz="1200" smtClean="0"/>
              <a:pPr eaLnBrk="1" hangingPunct="1">
                <a:defRPr/>
              </a:pPr>
              <a:t>5</a:t>
            </a:fld>
            <a:endParaRPr lang="en-US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469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6B397A8-6334-4274-98A5-D1D264E846AA}" type="slidenum">
              <a:rPr lang="en-US" sz="1200" smtClean="0"/>
              <a:pPr eaLnBrk="1" hangingPunct="1">
                <a:defRPr/>
              </a:pPr>
              <a:t>6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987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95246A7-00FC-49E9-A4AD-B5927A04AE50}" type="slidenum">
              <a:rPr lang="en-US" sz="1200" smtClean="0"/>
              <a:pPr eaLnBrk="1" hangingPunct="1">
                <a:defRPr/>
              </a:pPr>
              <a:t>7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37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95246A7-00FC-49E9-A4AD-B5927A04AE50}" type="slidenum">
              <a:rPr lang="en-US" sz="1200" smtClean="0"/>
              <a:pPr eaLnBrk="1" hangingPunct="1">
                <a:defRPr/>
              </a:pPr>
              <a:t>8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BBC89E83-C9E7-42F0-A10A-783049B7EA87}" type="slidenum">
              <a:rPr lang="en-US" sz="1200" smtClean="0"/>
              <a:pPr eaLnBrk="1" hangingPunct="1">
                <a:defRPr/>
              </a:pPr>
              <a:t>9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82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0FA6C781-CC56-4D97-A7EB-EA072CF367B0}" type="slidenum">
              <a:rPr lang="en-US" sz="1200" smtClean="0"/>
              <a:pPr eaLnBrk="1" hangingPunct="1">
                <a:defRPr/>
              </a:pPr>
              <a:t>10</a:t>
            </a:fld>
            <a:endParaRPr 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20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0C1BA99A-2C0E-4C11-A05D-E72F1162AE2E}" type="slidenum">
              <a:rPr lang="en-US" sz="1200" smtClean="0"/>
              <a:pPr eaLnBrk="1" hangingPunct="1">
                <a:defRPr/>
              </a:pPr>
              <a:t>11</a:t>
            </a:fld>
            <a:endParaRPr 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694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F86C47F-DB83-4D4F-85DA-1880B033A174}" type="slidenum">
              <a:rPr lang="en-US" sz="1200" smtClean="0"/>
              <a:pPr eaLnBrk="1" hangingPunct="1">
                <a:defRPr/>
              </a:pPr>
              <a:t>12</a:t>
            </a:fld>
            <a:endParaRPr 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48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014175E1-4ABB-4379-8EEE-14CD97CAB49C}" type="slidenum">
              <a:rPr lang="en-US" sz="1200" smtClean="0"/>
              <a:pPr eaLnBrk="1" hangingPunct="1">
                <a:defRPr/>
              </a:pPr>
              <a:t>13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631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8C708E77-FBEC-4C6E-BD08-C111CBB87D84}" type="slidenum">
              <a:rPr lang="en-US" sz="1200" smtClean="0"/>
              <a:pPr eaLnBrk="1" hangingPunct="1">
                <a:defRPr/>
              </a:pPr>
              <a:t>14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783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A434C0BF-5CD1-4308-AE8B-87DC784C5A34}" type="slidenum">
              <a:rPr lang="en-US" sz="1200" smtClean="0"/>
              <a:pPr eaLnBrk="1" hangingPunct="1">
                <a:defRPr/>
              </a:pPr>
              <a:t>15</a:t>
            </a:fld>
            <a:endParaRPr 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 dirty="0">
                <a:latin typeface="Arial" pitchFamily="34" charset="0"/>
              </a:rPr>
              <a:t> </a:t>
            </a:r>
            <a:r>
              <a:rPr kumimoji="0" lang="en-US" i="1" dirty="0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65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BCFA6579-FBA0-49B4-B87A-BA1E2B5BD0C2}" type="slidenum">
              <a:rPr lang="en-US" sz="1200" smtClean="0"/>
              <a:pPr eaLnBrk="1" hangingPunct="1">
                <a:defRPr/>
              </a:pPr>
              <a:t>16</a:t>
            </a:fld>
            <a:endParaRPr 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69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13FD2326-E9D0-41A6-AC4E-F5CBE354839F}" type="slidenum">
              <a:rPr lang="en-US" sz="1200" smtClean="0"/>
              <a:pPr eaLnBrk="1" hangingPunct="1">
                <a:defRPr/>
              </a:pPr>
              <a:t>17</a:t>
            </a:fld>
            <a:endParaRPr 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023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688A052D-5278-464C-8C9E-500E031F33D9}" type="slidenum">
              <a:rPr lang="en-US" sz="1200" smtClean="0"/>
              <a:pPr eaLnBrk="1" hangingPunct="1">
                <a:defRPr/>
              </a:pPr>
              <a:t>18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572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3B4319B3-A41F-4CAC-89C8-2285FCEE97B2}" type="slidenum">
              <a:rPr lang="en-US" sz="1200" smtClean="0"/>
              <a:pPr eaLnBrk="1" hangingPunct="1">
                <a:defRPr/>
              </a:pPr>
              <a:t>19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32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9EE59486-3438-4C93-98AF-26FEBB661BED}" type="slidenum">
              <a:rPr lang="en-US" sz="1200" smtClean="0"/>
              <a:pPr eaLnBrk="1" hangingPunct="1">
                <a:defRPr/>
              </a:pPr>
              <a:t>20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743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597E016A-1225-4568-BFDF-01A6AEFA8286}" type="slidenum">
              <a:rPr lang="en-US" sz="1200" smtClean="0"/>
              <a:pPr eaLnBrk="1" hangingPunct="1">
                <a:defRPr/>
              </a:pPr>
              <a:t>22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95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C3DFD9CC-484E-4DB7-A48D-1D2B795DBF01}" type="slidenum">
              <a:rPr lang="en-US" sz="1200" smtClean="0"/>
              <a:pPr eaLnBrk="1" hangingPunct="1">
                <a:defRPr/>
              </a:pPr>
              <a:t>23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567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E855B0F2-7D68-481B-91EE-319737000534}" type="slidenum">
              <a:rPr lang="en-US" sz="1200" smtClean="0"/>
              <a:pPr eaLnBrk="1" hangingPunct="1">
                <a:defRPr/>
              </a:pPr>
              <a:t>24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437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D9A3B9F4-B580-4FF1-B8D0-4D88691B8FDC}" type="slidenum">
              <a:rPr lang="en-US" sz="1200" smtClean="0"/>
              <a:pPr eaLnBrk="1" hangingPunct="1">
                <a:defRPr/>
              </a:pPr>
              <a:t>25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257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5A0A0667-57C6-4433-AEE6-4C009E1D55ED}" type="slidenum">
              <a:rPr lang="en-US" sz="1200" smtClean="0"/>
              <a:pPr eaLnBrk="1" hangingPunct="1">
                <a:defRPr/>
              </a:pPr>
              <a:t>26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2872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fld id="{2EC3B9A1-75C3-4241-B9E6-EE07C1C47A67}" type="slidenum">
              <a:rPr lang="en-US" sz="1200" smtClean="0"/>
              <a:pPr eaLnBrk="1" hangingPunct="1">
                <a:defRPr/>
              </a:pPr>
              <a:t>28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Font typeface="Monotype Sorts"/>
              <a:buChar char="*"/>
            </a:pPr>
            <a:r>
              <a:rPr kumimoji="0" lang="en-US">
                <a:latin typeface="Arial" pitchFamily="34" charset="0"/>
              </a:rPr>
              <a:t> </a:t>
            </a:r>
            <a:r>
              <a:rPr kumimoji="0" lang="en-US" i="1">
                <a:solidFill>
                  <a:schemeClr val="tx2"/>
                </a:solidFill>
                <a:latin typeface="Arial" pitchFamily="34" charset="0"/>
              </a:rPr>
              <a:t>Powerful variants of these commands are available; more later!</a:t>
            </a:r>
          </a:p>
          <a:p>
            <a:endParaRPr lang="bg-BG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88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51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00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86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07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1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48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87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65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44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221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931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53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50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xkcd.com/327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0791868" y="5351254"/>
            <a:ext cx="115407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altLang="en-US" sz="9600" dirty="0">
                <a:solidFill>
                  <a:srgbClr val="4472C4"/>
                </a:solidFill>
                <a:latin typeface="Calibri Light" panose="020F0302020204030204"/>
              </a:rPr>
              <a:t>10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Securitatea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Bazelor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457201"/>
            <a:ext cx="10058400" cy="646331"/>
          </a:xfrm>
        </p:spPr>
        <p:txBody>
          <a:bodyPr/>
          <a:lstStyle/>
          <a:p>
            <a:pPr eaLnBrk="1" hangingPunct="1"/>
            <a:r>
              <a:rPr lang="en-US" dirty="0" err="1"/>
              <a:t>Obiective</a:t>
            </a:r>
            <a:endParaRPr lang="bg-BG" dirty="0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990600" y="1600200"/>
            <a:ext cx="11125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Secretizare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Informaţiile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fie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disponibile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neautorizaţi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Un student nu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autorizat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0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vad</a:t>
            </a:r>
            <a:r>
              <a:rPr lang="vi-VN" sz="20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notele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altor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studenţi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SzPct val="75000"/>
            </a:pPr>
            <a:endParaRPr lang="en-US" sz="10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Integritate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autorizaţi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permisiunea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date.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profesorii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pot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modifica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notele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  <a:p>
            <a:pPr lvl="2">
              <a:spcBef>
                <a:spcPct val="20000"/>
              </a:spcBef>
              <a:buClr>
                <a:schemeClr val="tx2"/>
              </a:buClr>
              <a:buSzPct val="75000"/>
            </a:pPr>
            <a:endParaRPr lang="en-US" sz="10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Disponibilitate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Asigurarea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date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autorizaţi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bg-BG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1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accesului</a:t>
            </a:r>
            <a:endParaRPr lang="bg-BG" dirty="0"/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838200" y="1828800"/>
            <a:ext cx="111252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politic</a:t>
            </a:r>
            <a:r>
              <a:rPr lang="vi-VN" sz="32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specific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cine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autorizat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efectueze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anumite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operaţii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mecanism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ne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permite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implementarea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politici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specifice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Exista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dou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mecanisme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implementate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SGBD: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Controlul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discreţionar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Controlul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obligatoriu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457201"/>
            <a:ext cx="10515600" cy="646331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Controlul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discreţionar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endParaRPr lang="bg-BG" dirty="0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1143000" y="1828800"/>
            <a:ext cx="10515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bazeaz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pe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conceptul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drepturilor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br>
              <a:rPr lang="ro-RO" sz="32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folHlink"/>
                </a:solidFill>
                <a:latin typeface="Book Antiqua" pitchFamily="18" charset="0"/>
              </a:rPr>
              <a:t>privilegiilor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obiectele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bazei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date </a:t>
            </a:r>
            <a:br>
              <a:rPr lang="ro-RO" sz="3200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&amp;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), şi pe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mecanisme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acordare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şi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revocare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ro-RO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14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Creatorul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primeşte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implicit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toate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acelui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SGBD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reţine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cine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câştig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pierde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numai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cererile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privilegiile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corespunz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toare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momentul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iniţierii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cererii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permise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04801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GRANT</a:t>
            </a:r>
            <a:endParaRPr lang="bg-BG" dirty="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762000" y="2180400"/>
            <a:ext cx="11125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Se pot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specifica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urm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toarele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rgbClr val="0992A9"/>
                </a:solidFill>
                <a:latin typeface="Book Antiqua" pitchFamily="18" charset="0"/>
              </a:rPr>
              <a:t>privilegii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SELECT: se pot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citi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valorile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coloanelor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inclusiv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acelea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ad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ugate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ulterior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comanda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ALTER TABLE).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INSERT(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nume_col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)/UPDATE(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nume_col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): se pot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insera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/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actualiza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valori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concrete (ne-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nule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ne-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implicite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coloanele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specificate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DELETE: Se pot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şterge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REFERENCES (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nume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-col): Se pot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defini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chei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str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alte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refer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coloana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specificat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057401" y="1371600"/>
            <a:ext cx="8575675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folHlink"/>
                </a:solidFill>
                <a:latin typeface="Courier New" pitchFamily="49" charset="0"/>
              </a:rPr>
              <a:t>GRANT </a:t>
            </a:r>
            <a:r>
              <a:rPr lang="en-US" sz="2000" b="1" dirty="0">
                <a:solidFill>
                  <a:srgbClr val="0992A9"/>
                </a:solidFill>
                <a:latin typeface="Courier New" pitchFamily="49" charset="0"/>
              </a:rPr>
              <a:t>privileges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folHlink"/>
                </a:solidFill>
                <a:latin typeface="Courier New" pitchFamily="49" charset="0"/>
              </a:rPr>
              <a:t>ON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Courier New" pitchFamily="49" charset="0"/>
              </a:rPr>
              <a:t>object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folHlink"/>
                </a:solidFill>
                <a:latin typeface="Courier New" pitchFamily="49" charset="0"/>
              </a:rPr>
              <a:t>TO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Courier New" pitchFamily="49" charset="0"/>
              </a:rPr>
              <a:t>users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folHlink"/>
                </a:solidFill>
                <a:latin typeface="Courier New" pitchFamily="49" charset="0"/>
              </a:rPr>
              <a:t>[WITH GRANT OPTION]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GRANT</a:t>
            </a:r>
            <a:endParaRPr lang="bg-BG" dirty="0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838200" y="2743200"/>
            <a:ext cx="10972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primeşte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GRANT OPTION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privilegiile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respective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(cu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f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transmiterea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GRANT OPTION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creatorii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pot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executa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operaţiile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CREATE, ALTER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DROP.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2057401" y="1600200"/>
            <a:ext cx="8575675" cy="40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>
                <a:solidFill>
                  <a:schemeClr val="folHlink"/>
                </a:solidFill>
                <a:latin typeface="Courier New" pitchFamily="49" charset="0"/>
              </a:rPr>
              <a:t>GRANT </a:t>
            </a:r>
            <a:r>
              <a:rPr lang="en-US" sz="2000" b="1">
                <a:solidFill>
                  <a:srgbClr val="0992A9"/>
                </a:solidFill>
                <a:latin typeface="Courier New" pitchFamily="49" charset="0"/>
              </a:rPr>
              <a:t>privileges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>
                <a:solidFill>
                  <a:schemeClr val="folHlink"/>
                </a:solidFill>
                <a:latin typeface="Courier New" pitchFamily="49" charset="0"/>
              </a:rPr>
              <a:t>ON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object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>
                <a:solidFill>
                  <a:schemeClr val="folHlink"/>
                </a:solidFill>
                <a:latin typeface="Courier New" pitchFamily="49" charset="0"/>
              </a:rPr>
              <a:t>TO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>
                <a:solidFill>
                  <a:schemeClr val="tx2"/>
                </a:solidFill>
                <a:latin typeface="Courier New" pitchFamily="49" charset="0"/>
              </a:rPr>
              <a:t>users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>
                <a:solidFill>
                  <a:schemeClr val="folHlink"/>
                </a:solidFill>
                <a:latin typeface="Courier New" pitchFamily="49" charset="0"/>
              </a:rPr>
              <a:t>[WITH GRANT OPTION]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634426"/>
            <a:ext cx="10198100" cy="584775"/>
          </a:xfrm>
        </p:spPr>
        <p:txBody>
          <a:bodyPr/>
          <a:lstStyle/>
          <a:p>
            <a:pPr eaLnBrk="1" hangingPunct="1"/>
            <a:r>
              <a:rPr lang="en-US" sz="3200" dirty="0" err="1"/>
              <a:t>Exemple</a:t>
            </a:r>
            <a:endParaRPr lang="bg-BG" sz="3200" dirty="0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914400" y="1676400"/>
            <a:ext cx="10972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GRANT  INSERT, SELECT ON  Students  TO  Horatio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Horatio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Students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en-US" sz="400" b="1" i="1" dirty="0">
              <a:latin typeface="Courier New" pitchFamily="49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i="1" dirty="0">
                <a:latin typeface="Courier New" pitchFamily="49" charset="0"/>
              </a:rPr>
              <a:t>GRANT DELETE ON Students TO David WITH GRANT OPTION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David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şterge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autoriza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alţi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ştearg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en-US" sz="400" b="1" dirty="0">
              <a:latin typeface="Courier New" pitchFamily="49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GRANT UPDATE (</a:t>
            </a:r>
            <a:r>
              <a:rPr lang="en-US" sz="2000" b="1" i="1" dirty="0">
                <a:latin typeface="Courier New" pitchFamily="49" charset="0"/>
              </a:rPr>
              <a:t>Grade</a:t>
            </a:r>
            <a:r>
              <a:rPr lang="en-US" sz="2000" b="1" dirty="0">
                <a:latin typeface="Courier New" pitchFamily="49" charset="0"/>
              </a:rPr>
              <a:t>) ON  Students TO  Dustin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Dustin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actualiza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câmpul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Grade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Students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en-US" sz="400" b="1" dirty="0">
              <a:latin typeface="Courier New" pitchFamily="49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GRANT SELECT ON </a:t>
            </a:r>
            <a:r>
              <a:rPr lang="en-US" sz="2000" b="1" dirty="0" err="1">
                <a:latin typeface="Courier New" pitchFamily="49" charset="0"/>
              </a:rPr>
              <a:t>ActiveStudents</a:t>
            </a:r>
            <a:r>
              <a:rPr lang="en-US" sz="2000" b="1" dirty="0">
                <a:latin typeface="Courier New" pitchFamily="49" charset="0"/>
              </a:rPr>
              <a:t>  TO  Sarah, Jen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doi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interogheze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direct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Students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400" dirty="0">
              <a:solidFill>
                <a:schemeClr val="folHlink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34426"/>
            <a:ext cx="10121900" cy="584775"/>
          </a:xfrm>
        </p:spPr>
        <p:txBody>
          <a:bodyPr/>
          <a:lstStyle/>
          <a:p>
            <a:pPr eaLnBrk="1" hangingPunct="1"/>
            <a:r>
              <a:rPr lang="en-US" sz="3200" dirty="0" err="1"/>
              <a:t>Comanda</a:t>
            </a:r>
            <a:r>
              <a:rPr lang="en-US" sz="3200" dirty="0"/>
              <a:t> REVOKE</a:t>
            </a:r>
            <a:endParaRPr lang="bg-BG" sz="3200" dirty="0"/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609600" y="16002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4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700" dirty="0">
              <a:solidFill>
                <a:schemeClr val="folHlink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700" dirty="0">
                <a:solidFill>
                  <a:schemeClr val="folHlink"/>
                </a:solidFill>
                <a:latin typeface="Book Antiqua" pitchFamily="18" charset="0"/>
              </a:rPr>
              <a:t> REVOKE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:</a:t>
            </a:r>
            <a:r>
              <a:rPr lang="en-US" sz="2700" dirty="0">
                <a:solidFill>
                  <a:schemeClr val="accent2"/>
                </a:solidFill>
                <a:latin typeface="Book Antiqua" pitchFamily="18" charset="0"/>
              </a:rPr>
              <a:t>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700" dirty="0">
                <a:solidFill>
                  <a:schemeClr val="accent2"/>
                </a:solidFill>
                <a:latin typeface="Book Antiqua" pitchFamily="18" charset="0"/>
              </a:rPr>
              <a:t>	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revocat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privilegiu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 X,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acesta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revocat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care au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primit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privilegiul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i="1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de la X.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7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	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Identificarea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acestora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realizeaz</a:t>
            </a:r>
            <a:r>
              <a:rPr lang="vi-VN" sz="27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i="1" dirty="0" err="1">
                <a:solidFill>
                  <a:schemeClr val="tx2"/>
                </a:solidFill>
                <a:latin typeface="Book Antiqua" pitchFamily="18" charset="0"/>
              </a:rPr>
              <a:t>graf</a:t>
            </a:r>
            <a:r>
              <a:rPr lang="en-US" sz="2700" i="1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700" i="1" dirty="0" err="1">
                <a:solidFill>
                  <a:schemeClr val="tx2"/>
                </a:solidFill>
                <a:latin typeface="Book Antiqua" pitchFamily="18" charset="0"/>
              </a:rPr>
              <a:t>autoriz</a:t>
            </a:r>
            <a:r>
              <a:rPr lang="vi-VN" sz="27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700" i="1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nodurile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un arc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indic</a:t>
            </a:r>
            <a:r>
              <a:rPr lang="vi-VN" sz="27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cine cui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i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-a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anumit</a:t>
            </a:r>
            <a:r>
              <a:rPr lang="en-US" sz="27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700" dirty="0" err="1">
                <a:solidFill>
                  <a:schemeClr val="tx2"/>
                </a:solidFill>
                <a:latin typeface="Book Antiqua" pitchFamily="18" charset="0"/>
              </a:rPr>
              <a:t>privilegiu</a:t>
            </a:r>
            <a:endParaRPr lang="en-US" sz="27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99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572870"/>
            <a:ext cx="10210800" cy="646331"/>
          </a:xfrm>
        </p:spPr>
        <p:txBody>
          <a:bodyPr/>
          <a:lstStyle/>
          <a:p>
            <a:pPr eaLnBrk="1" hangingPunct="1"/>
            <a:r>
              <a:rPr lang="en-US" sz="3200" dirty="0"/>
              <a:t>GRANT/REVOKE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i="1" dirty="0"/>
              <a:t>view</a:t>
            </a:r>
            <a:r>
              <a:rPr lang="en-US" dirty="0"/>
              <a:t>-</a:t>
            </a:r>
            <a:r>
              <a:rPr lang="en-US" dirty="0" err="1"/>
              <a:t>uri</a:t>
            </a:r>
            <a:endParaRPr lang="bg-BG" dirty="0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066801" y="1865530"/>
            <a:ext cx="10896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creatorul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pierde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SELECT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automat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eliminat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date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1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creatorul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pierde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deţinut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grant option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sz="32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pierde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respectiv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view-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; la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fel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întâmpl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care au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primit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la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!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5728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i="1" dirty="0"/>
              <a:t>view</a:t>
            </a:r>
            <a:r>
              <a:rPr lang="en-US" dirty="0"/>
              <a:t>-</a:t>
            </a:r>
            <a:r>
              <a:rPr lang="en-US" dirty="0" err="1"/>
              <a:t>urile</a:t>
            </a:r>
            <a:endParaRPr lang="bg-BG" dirty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990600" y="1713130"/>
            <a:ext cx="10972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pot fi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prezenta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detaliate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agregate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ascunzând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alte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detalii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ţin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intermediul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numit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ActiveStudents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se pot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afla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studenţii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particip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puţin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un curs,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evitând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câmpurile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cursurilor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Creatorul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asupra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tuturor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accesate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comenzile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GRANT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REVOKE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views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instrumente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foarte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puternice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control al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634426"/>
            <a:ext cx="10439400" cy="584775"/>
          </a:xfrm>
        </p:spPr>
        <p:txBody>
          <a:bodyPr/>
          <a:lstStyle/>
          <a:p>
            <a:pPr eaLnBrk="1" hangingPunct="1"/>
            <a:r>
              <a:rPr lang="en-US" sz="3200" dirty="0" err="1"/>
              <a:t>Autorizare</a:t>
            </a:r>
            <a:r>
              <a:rPr lang="en-US" sz="3200" dirty="0"/>
              <a:t> </a:t>
            </a:r>
            <a:r>
              <a:rPr lang="en-US" sz="3200" dirty="0" err="1"/>
              <a:t>pe</a:t>
            </a:r>
            <a:r>
              <a:rPr lang="en-US" sz="3200" dirty="0"/>
              <a:t> </a:t>
            </a:r>
            <a:r>
              <a:rPr lang="en-US" sz="3200" dirty="0" err="1"/>
              <a:t>baz</a:t>
            </a:r>
            <a:r>
              <a:rPr lang="vi-VN" sz="3200" dirty="0"/>
              <a:t>ă</a:t>
            </a:r>
            <a:r>
              <a:rPr lang="en-US" sz="3200" dirty="0"/>
              <a:t> de </a:t>
            </a:r>
            <a:r>
              <a:rPr lang="en-US" sz="3200" dirty="0" err="1"/>
              <a:t>roluri</a:t>
            </a:r>
            <a:endParaRPr lang="bg-BG" sz="3200" dirty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990600" y="2133600"/>
            <a:ext cx="11201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SQL-92,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privilegiile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asignate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id-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000" dirty="0" err="1">
                <a:solidFill>
                  <a:schemeClr val="folHlink"/>
                </a:solidFill>
                <a:latin typeface="Book Antiqua" pitchFamily="18" charset="0"/>
              </a:rPr>
              <a:t>autorizare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pot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referi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grup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SQL:1999 (şi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imple</a:t>
            </a:r>
            <a:r>
              <a:rPr lang="ro-RO" sz="3000" dirty="0" err="1">
                <a:solidFill>
                  <a:schemeClr val="tx2"/>
                </a:solidFill>
                <a:latin typeface="Book Antiqua" pitchFamily="18" charset="0"/>
              </a:rPr>
              <a:t>me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nt</a:t>
            </a:r>
            <a:r>
              <a:rPr lang="vi-VN" sz="3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rile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multor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sisteme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curente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),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privilegiile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asignate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000" dirty="0" err="1">
                <a:solidFill>
                  <a:schemeClr val="folHlink"/>
                </a:solidFill>
                <a:latin typeface="Book Antiqua" pitchFamily="18" charset="0"/>
              </a:rPr>
              <a:t>roluri</a:t>
            </a:r>
            <a:r>
              <a:rPr lang="en-US" sz="30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Rolurile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pot fi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transmise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altor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roluri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Reflect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modul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funcţioneaz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organizaţiile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din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lumea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real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72870"/>
            <a:ext cx="10121900" cy="646331"/>
          </a:xfrm>
        </p:spPr>
        <p:txBody>
          <a:bodyPr/>
          <a:lstStyle/>
          <a:p>
            <a:pPr eaLnBrk="1" hangingPunct="1"/>
            <a:r>
              <a:rPr lang="en-US" dirty="0" err="1"/>
              <a:t>Securitate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câmp</a:t>
            </a:r>
            <a:endParaRPr lang="bg-BG" dirty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2133600" y="2667000"/>
            <a:ext cx="9677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creea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returneaz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câmp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transmit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drepturile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corespunz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toare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Permite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control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granularitate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arbitrar</a:t>
            </a:r>
            <a:r>
              <a:rPr lang="vi-VN" sz="32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572870"/>
            <a:ext cx="102743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obligatoriu</a:t>
            </a:r>
            <a:r>
              <a:rPr lang="en-US" dirty="0"/>
              <a:t> al </a:t>
            </a:r>
            <a:r>
              <a:rPr lang="en-US" dirty="0" err="1"/>
              <a:t>accesului</a:t>
            </a:r>
            <a:endParaRPr lang="bg-BG" dirty="0"/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990600" y="1676400"/>
            <a:ext cx="10820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Bazat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politici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pot fi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modificate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individuali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Fiec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obiect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din BD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asociat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o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clas</a:t>
            </a:r>
            <a:r>
              <a:rPr lang="vi-VN" sz="2600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de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securitate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subiect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program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) are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asociat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dirty="0" err="1">
                <a:solidFill>
                  <a:schemeClr val="folHlink"/>
                </a:solidFill>
                <a:latin typeface="Book Antiqua" pitchFamily="18" charset="0"/>
              </a:rPr>
              <a:t>permisiune</a:t>
            </a:r>
            <a:r>
              <a:rPr lang="en-US" sz="26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clas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Regulile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bazate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clase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permisiuni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specific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cine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obiecte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citi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/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modifica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Sistemele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comerciale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implementeaz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control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obligatoriu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.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versiuni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anumitor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SGBD-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implementeaz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astfel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control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folosit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aplicatii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specializate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(de ex.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militare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304801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/>
              <a:t>De </a:t>
            </a:r>
            <a:r>
              <a:rPr lang="en-US" dirty="0" err="1"/>
              <a:t>ce</a:t>
            </a:r>
            <a:r>
              <a:rPr lang="en-US" dirty="0"/>
              <a:t> control </a:t>
            </a:r>
            <a:r>
              <a:rPr lang="en-US" dirty="0" err="1"/>
              <a:t>obligatoriu</a:t>
            </a:r>
            <a:r>
              <a:rPr lang="en-US" dirty="0"/>
              <a:t>?</a:t>
            </a:r>
            <a:endParaRPr lang="bg-BG" dirty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533400" y="1600200"/>
            <a:ext cx="11277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Controlul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discreţionar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limite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permiţând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situaţii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utilizatorilor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neautorizaţi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“p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leasc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autorizaţi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dezv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luie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date (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problema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calului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troian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John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creaz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Horsie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ofer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privilegii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 INSERT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Justin (care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ştie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despre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lucru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John face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modific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codul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aplicaţii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Justin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scrie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anumite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date secrete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Horsie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Acum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John are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secrete. 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Modificarea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codului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aplicaţii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afl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sfera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control a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SGBD,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acesta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încerca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previn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bazei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date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folHlink"/>
                </a:solidFill>
                <a:latin typeface="Book Antiqua" pitchFamily="18" charset="0"/>
              </a:rPr>
              <a:t>canal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de transfer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secrete.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228601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Modelul</a:t>
            </a:r>
            <a:r>
              <a:rPr lang="en-US" dirty="0"/>
              <a:t> Bell-</a:t>
            </a:r>
            <a:r>
              <a:rPr lang="en-US" dirty="0" err="1"/>
              <a:t>LaPadula</a:t>
            </a:r>
            <a:endParaRPr lang="bg-BG" dirty="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598371" y="1747786"/>
            <a:ext cx="1158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Obiecte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(de ex.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tabele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view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-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Subiecţi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(de ex.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utilizatori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aplicaţii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Clase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Top secret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(TS),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secret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(S),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confidential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(C),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unclassified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(U): TS &gt; S&gt; C &gt; U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subiect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are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asignat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o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clas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Securite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simpl</a:t>
            </a:r>
            <a:r>
              <a:rPr lang="vi-VN" dirty="0">
                <a:solidFill>
                  <a:schemeClr val="folHlink"/>
                </a:solidFill>
                <a:latin typeface="Book Antiqua" pitchFamily="18" charset="0"/>
              </a:rPr>
              <a:t>ă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: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citi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:</a:t>
            </a:r>
          </a:p>
          <a:p>
            <a:pPr lvl="1"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class(S) &gt;= class(O)</a:t>
            </a: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Proprietatea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*: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Subiectul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insera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numai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 algn="ctr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class(S) &lt;= class(O)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228601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Motivare</a:t>
            </a:r>
            <a:endParaRPr lang="bg-BG" dirty="0"/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838200" y="1295400"/>
            <a:ext cx="11201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acest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tip de control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asigur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informaţia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fie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transmis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de la un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nivel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superior la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unul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inferior.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Exemplu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John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clasa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C, Justin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clasa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i="1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3200" i="1" dirty="0">
                <a:solidFill>
                  <a:schemeClr val="tx2"/>
                </a:solidFill>
                <a:latin typeface="Book Antiqua" pitchFamily="18" charset="0"/>
              </a:rPr>
              <a:t> secret</a:t>
            </a:r>
            <a:r>
              <a:rPr lang="vi-VN" sz="32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are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clasa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tabela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John,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Horsie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, are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permisiunea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 (de la  John).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Aplicaţia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Justin are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permisiunea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urmare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aplicaţia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insera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Horsie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Regulile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controlului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obligatoriu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acces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aplic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la un control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discreţionar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existent.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1" y="634426"/>
            <a:ext cx="10198099" cy="584775"/>
          </a:xfrm>
        </p:spPr>
        <p:txBody>
          <a:bodyPr/>
          <a:lstStyle/>
          <a:p>
            <a:pPr eaLnBrk="1" hangingPunct="1"/>
            <a:r>
              <a:rPr lang="en-US" sz="3200" dirty="0" err="1"/>
              <a:t>Relaţii</a:t>
            </a:r>
            <a:r>
              <a:rPr lang="en-US" sz="3200" dirty="0"/>
              <a:t> </a:t>
            </a:r>
            <a:r>
              <a:rPr lang="en-US" sz="3200" dirty="0" err="1"/>
              <a:t>multinivel</a:t>
            </a:r>
            <a:endParaRPr lang="bg-BG" sz="3200" dirty="0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685802" y="3195637"/>
            <a:ext cx="1139189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Utilizatorii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permisiunile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TS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vedea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ambele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tupl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uri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; un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permisiunea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vedea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 doua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unul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vedea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nici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înregistrare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C 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î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ncearca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insereze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&lt;101,Pasta,Blue,C&gt;: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Este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violat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constrângerea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cheie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Se deduce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astfel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exist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un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obiect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cu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cheia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101 care are o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clas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&gt; 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Problema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rezolvat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inserând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clasa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cheie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3733800" y="1371601"/>
            <a:ext cx="4876800" cy="1368425"/>
            <a:chOff x="1536" y="864"/>
            <a:chExt cx="3072" cy="862"/>
          </a:xfrm>
        </p:grpSpPr>
        <p:sp>
          <p:nvSpPr>
            <p:cNvPr id="18438" name="Rectangle 5"/>
            <p:cNvSpPr>
              <a:spLocks noChangeArrowheads="1"/>
            </p:cNvSpPr>
            <p:nvPr/>
          </p:nvSpPr>
          <p:spPr bwMode="auto">
            <a:xfrm>
              <a:off x="3840" y="1439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C</a:t>
              </a:r>
            </a:p>
          </p:txBody>
        </p:sp>
        <p:sp>
          <p:nvSpPr>
            <p:cNvPr id="18439" name="Rectangle 6"/>
            <p:cNvSpPr>
              <a:spLocks noChangeArrowheads="1"/>
            </p:cNvSpPr>
            <p:nvPr/>
          </p:nvSpPr>
          <p:spPr bwMode="auto">
            <a:xfrm>
              <a:off x="3072" y="1439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Brown</a:t>
              </a:r>
            </a:p>
          </p:txBody>
        </p:sp>
        <p:sp>
          <p:nvSpPr>
            <p:cNvPr id="18440" name="Rectangle 7"/>
            <p:cNvSpPr>
              <a:spLocks noChangeArrowheads="1"/>
            </p:cNvSpPr>
            <p:nvPr/>
          </p:nvSpPr>
          <p:spPr bwMode="auto">
            <a:xfrm>
              <a:off x="2304" y="1439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Pinto</a:t>
              </a:r>
            </a:p>
          </p:txBody>
        </p:sp>
        <p:sp>
          <p:nvSpPr>
            <p:cNvPr id="18441" name="Rectangle 8"/>
            <p:cNvSpPr>
              <a:spLocks noChangeArrowheads="1"/>
            </p:cNvSpPr>
            <p:nvPr/>
          </p:nvSpPr>
          <p:spPr bwMode="auto">
            <a:xfrm>
              <a:off x="1536" y="1439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102</a:t>
              </a:r>
            </a:p>
          </p:txBody>
        </p:sp>
        <p:sp>
          <p:nvSpPr>
            <p:cNvPr id="18442" name="Rectangle 9"/>
            <p:cNvSpPr>
              <a:spLocks noChangeArrowheads="1"/>
            </p:cNvSpPr>
            <p:nvPr/>
          </p:nvSpPr>
          <p:spPr bwMode="auto">
            <a:xfrm>
              <a:off x="3840" y="1152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S</a:t>
              </a:r>
            </a:p>
          </p:txBody>
        </p:sp>
        <p:sp>
          <p:nvSpPr>
            <p:cNvPr id="18443" name="Rectangle 10"/>
            <p:cNvSpPr>
              <a:spLocks noChangeArrowheads="1"/>
            </p:cNvSpPr>
            <p:nvPr/>
          </p:nvSpPr>
          <p:spPr bwMode="auto">
            <a:xfrm>
              <a:off x="3072" y="1152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Red</a:t>
              </a:r>
            </a:p>
          </p:txBody>
        </p:sp>
        <p:sp>
          <p:nvSpPr>
            <p:cNvPr id="18444" name="Rectangle 11"/>
            <p:cNvSpPr>
              <a:spLocks noChangeArrowheads="1"/>
            </p:cNvSpPr>
            <p:nvPr/>
          </p:nvSpPr>
          <p:spPr bwMode="auto">
            <a:xfrm>
              <a:off x="2304" y="1152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Salsa</a:t>
              </a:r>
            </a:p>
          </p:txBody>
        </p:sp>
        <p:sp>
          <p:nvSpPr>
            <p:cNvPr id="18445" name="Rectangle 12"/>
            <p:cNvSpPr>
              <a:spLocks noChangeArrowheads="1"/>
            </p:cNvSpPr>
            <p:nvPr/>
          </p:nvSpPr>
          <p:spPr bwMode="auto">
            <a:xfrm>
              <a:off x="1536" y="1152"/>
              <a:ext cx="768" cy="287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101</a:t>
              </a:r>
            </a:p>
          </p:txBody>
        </p:sp>
        <p:sp>
          <p:nvSpPr>
            <p:cNvPr id="18446" name="Rectangle 13"/>
            <p:cNvSpPr>
              <a:spLocks noChangeArrowheads="1"/>
            </p:cNvSpPr>
            <p:nvPr/>
          </p:nvSpPr>
          <p:spPr bwMode="auto">
            <a:xfrm>
              <a:off x="3840" y="864"/>
              <a:ext cx="768" cy="288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folHlink"/>
                  </a:solidFill>
                  <a:latin typeface="Book Antiqua" pitchFamily="18" charset="0"/>
                </a:rPr>
                <a:t>class</a:t>
              </a:r>
            </a:p>
          </p:txBody>
        </p:sp>
        <p:sp>
          <p:nvSpPr>
            <p:cNvPr id="18447" name="Rectangle 14"/>
            <p:cNvSpPr>
              <a:spLocks noChangeArrowheads="1"/>
            </p:cNvSpPr>
            <p:nvPr/>
          </p:nvSpPr>
          <p:spPr bwMode="auto">
            <a:xfrm>
              <a:off x="3072" y="864"/>
              <a:ext cx="768" cy="288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 dirty="0">
                  <a:solidFill>
                    <a:schemeClr val="folHlink"/>
                  </a:solidFill>
                  <a:latin typeface="Book Antiqua" pitchFamily="18" charset="0"/>
                </a:rPr>
                <a:t>color</a:t>
              </a:r>
            </a:p>
          </p:txBody>
        </p:sp>
        <p:sp>
          <p:nvSpPr>
            <p:cNvPr id="18448" name="Rectangle 15"/>
            <p:cNvSpPr>
              <a:spLocks noChangeArrowheads="1"/>
            </p:cNvSpPr>
            <p:nvPr/>
          </p:nvSpPr>
          <p:spPr bwMode="auto">
            <a:xfrm>
              <a:off x="2304" y="864"/>
              <a:ext cx="768" cy="288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>
                  <a:solidFill>
                    <a:schemeClr val="folHlink"/>
                  </a:solidFill>
                  <a:latin typeface="Book Antiqua" pitchFamily="18" charset="0"/>
                </a:rPr>
                <a:t>bname</a:t>
              </a:r>
            </a:p>
          </p:txBody>
        </p:sp>
        <p:sp>
          <p:nvSpPr>
            <p:cNvPr id="18449" name="Rectangle 16"/>
            <p:cNvSpPr>
              <a:spLocks noChangeArrowheads="1"/>
            </p:cNvSpPr>
            <p:nvPr/>
          </p:nvSpPr>
          <p:spPr bwMode="auto">
            <a:xfrm>
              <a:off x="1536" y="864"/>
              <a:ext cx="768" cy="288"/>
            </a:xfrm>
            <a:prstGeom prst="rect">
              <a:avLst/>
            </a:prstGeom>
            <a:solidFill>
              <a:srgbClr val="FFFD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ctr" anchorCtr="1"/>
            <a:lstStyle/>
            <a:p>
              <a:pPr eaLnBrk="0" hangingPunct="0">
                <a:spcBef>
                  <a:spcPct val="20000"/>
                </a:spcBef>
              </a:pPr>
              <a:r>
                <a:rPr lang="en-US" u="sng">
                  <a:solidFill>
                    <a:schemeClr val="folHlink"/>
                  </a:solidFill>
                  <a:latin typeface="Book Antiqua" pitchFamily="18" charset="0"/>
                </a:rPr>
                <a:t>bid</a:t>
              </a:r>
            </a:p>
          </p:txBody>
        </p:sp>
        <p:sp>
          <p:nvSpPr>
            <p:cNvPr id="18450" name="Line 17"/>
            <p:cNvSpPr>
              <a:spLocks noChangeShapeType="1"/>
            </p:cNvSpPr>
            <p:nvPr/>
          </p:nvSpPr>
          <p:spPr bwMode="auto">
            <a:xfrm>
              <a:off x="1536" y="1152"/>
              <a:ext cx="3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18"/>
            <p:cNvSpPr>
              <a:spLocks noChangeShapeType="1"/>
            </p:cNvSpPr>
            <p:nvPr/>
          </p:nvSpPr>
          <p:spPr bwMode="auto">
            <a:xfrm>
              <a:off x="1536" y="1439"/>
              <a:ext cx="3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19"/>
            <p:cNvSpPr>
              <a:spLocks noChangeShapeType="1"/>
            </p:cNvSpPr>
            <p:nvPr/>
          </p:nvSpPr>
          <p:spPr bwMode="auto">
            <a:xfrm>
              <a:off x="2304" y="864"/>
              <a:ext cx="0" cy="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20"/>
            <p:cNvSpPr>
              <a:spLocks noChangeShapeType="1"/>
            </p:cNvSpPr>
            <p:nvPr/>
          </p:nvSpPr>
          <p:spPr bwMode="auto">
            <a:xfrm>
              <a:off x="3072" y="864"/>
              <a:ext cx="0" cy="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21"/>
            <p:cNvSpPr>
              <a:spLocks noChangeShapeType="1"/>
            </p:cNvSpPr>
            <p:nvPr/>
          </p:nvSpPr>
          <p:spPr bwMode="auto">
            <a:xfrm>
              <a:off x="3840" y="864"/>
              <a:ext cx="0" cy="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22"/>
            <p:cNvSpPr>
              <a:spLocks noChangeShapeType="1"/>
            </p:cNvSpPr>
            <p:nvPr/>
          </p:nvSpPr>
          <p:spPr bwMode="auto">
            <a:xfrm>
              <a:off x="1536" y="864"/>
              <a:ext cx="3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Line 23"/>
            <p:cNvSpPr>
              <a:spLocks noChangeShapeType="1"/>
            </p:cNvSpPr>
            <p:nvPr/>
          </p:nvSpPr>
          <p:spPr bwMode="auto">
            <a:xfrm>
              <a:off x="1536" y="864"/>
              <a:ext cx="0" cy="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24"/>
            <p:cNvSpPr>
              <a:spLocks noChangeShapeType="1"/>
            </p:cNvSpPr>
            <p:nvPr/>
          </p:nvSpPr>
          <p:spPr bwMode="auto">
            <a:xfrm>
              <a:off x="4608" y="864"/>
              <a:ext cx="0" cy="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25"/>
            <p:cNvSpPr>
              <a:spLocks noChangeShapeType="1"/>
            </p:cNvSpPr>
            <p:nvPr/>
          </p:nvSpPr>
          <p:spPr bwMode="auto">
            <a:xfrm>
              <a:off x="1536" y="1726"/>
              <a:ext cx="3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304801"/>
            <a:ext cx="10515600" cy="646331"/>
          </a:xfrm>
        </p:spPr>
        <p:txBody>
          <a:bodyPr/>
          <a:lstStyle/>
          <a:p>
            <a:pPr eaLnBrk="1" hangingPunct="1"/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ro-RO" dirty="0"/>
              <a:t>în </a:t>
            </a:r>
            <a:r>
              <a:rPr lang="en-US" dirty="0"/>
              <a:t>BD </a:t>
            </a:r>
            <a:r>
              <a:rPr lang="en-US" dirty="0" err="1"/>
              <a:t>statistice</a:t>
            </a:r>
            <a:endParaRPr lang="bg-BG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609600" y="1905000"/>
            <a:ext cx="1150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BD statistic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conţine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individuale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permite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doar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folosesc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agreg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(de ex.,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putem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media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vârst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dar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num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persoane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Problem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posibil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folHlink"/>
                </a:solidFill>
                <a:latin typeface="Book Antiqua" pitchFamily="18" charset="0"/>
              </a:rPr>
              <a:t>deducerea</a:t>
            </a:r>
            <a:r>
              <a:rPr lang="en-US" sz="28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anumitor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secrete!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Exemplu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Dac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ştiu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c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Joe 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cel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dirty="0">
                <a:solidFill>
                  <a:schemeClr val="tx2"/>
                </a:solidFill>
                <a:latin typeface="Book Antiqua" pitchFamily="18" charset="0"/>
              </a:rPr>
              <a:t>în vârstă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marinar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pot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interoga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Câţi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marinari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 sunt </a:t>
            </a:r>
            <a:r>
              <a:rPr lang="en-US" i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i="1" dirty="0">
                <a:solidFill>
                  <a:schemeClr val="tx2"/>
                </a:solidFill>
                <a:latin typeface="Book Antiqua" pitchFamily="18" charset="0"/>
              </a:rPr>
              <a:t>în vârstă</a:t>
            </a: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 ca X?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diverse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valori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ale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X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pân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obţin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1;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astfel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pot deduce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vârsta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Joe.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Idee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forţeaz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fiecare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implice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cel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putin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înregistr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(N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oarecare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en-US" sz="2800" i="1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34426"/>
            <a:ext cx="10121900" cy="584775"/>
          </a:xfrm>
        </p:spPr>
        <p:txBody>
          <a:bodyPr/>
          <a:lstStyle/>
          <a:p>
            <a:pPr eaLnBrk="1" hangingPunct="1"/>
            <a:r>
              <a:rPr lang="en-US" sz="3200" dirty="0"/>
              <a:t>De </a:t>
            </a:r>
            <a:r>
              <a:rPr lang="en-US" sz="3200" dirty="0" err="1"/>
              <a:t>ce</a:t>
            </a:r>
            <a:r>
              <a:rPr lang="en-US" sz="3200" dirty="0"/>
              <a:t> </a:t>
            </a:r>
            <a:r>
              <a:rPr lang="en-US" sz="3200" dirty="0" err="1"/>
              <a:t>alegerea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</a:t>
            </a:r>
            <a:r>
              <a:rPr lang="en-US" sz="3200" i="1" dirty="0"/>
              <a:t>N</a:t>
            </a:r>
            <a:r>
              <a:rPr lang="en-US" sz="3200" dirty="0"/>
              <a:t> minim nu e </a:t>
            </a:r>
            <a:r>
              <a:rPr lang="en-US" sz="3200" dirty="0" err="1"/>
              <a:t>suficient</a:t>
            </a:r>
            <a:r>
              <a:rPr lang="en-US" sz="3200" dirty="0"/>
              <a:t>?</a:t>
            </a:r>
            <a:endParaRPr lang="bg-BG" sz="3200" dirty="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533400" y="2057400"/>
            <a:ext cx="11506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Interogând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Câte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persoane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sunt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i="1" dirty="0">
                <a:solidFill>
                  <a:schemeClr val="tx2"/>
                </a:solidFill>
                <a:latin typeface="Book Antiqua" pitchFamily="18" charset="0"/>
              </a:rPr>
              <a:t>în vârstă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decât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X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?”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pâna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sistemul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respinge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interogarea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se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identifica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un set de N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persoane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inclusiv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Joe,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vârst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decât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X; fie X=55.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m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“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Care e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suma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vârstelor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persoanelor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i="1" dirty="0">
                <a:solidFill>
                  <a:schemeClr val="tx2"/>
                </a:solidFill>
                <a:latin typeface="Book Antiqua" pitchFamily="18" charset="0"/>
              </a:rPr>
              <a:t>în vârstă decât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X ani ?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Rezult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S1.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Apoi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: “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Care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suma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vârstelor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persoanelor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altele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decât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Joe,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800" i="1" dirty="0">
                <a:solidFill>
                  <a:schemeClr val="tx2"/>
                </a:solidFill>
                <a:latin typeface="Book Antiqua" pitchFamily="18" charset="0"/>
              </a:rPr>
              <a:t>în vârstă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decât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X, plus </a:t>
            </a:r>
            <a:r>
              <a:rPr lang="en-US" sz="2800" i="1" dirty="0" err="1">
                <a:solidFill>
                  <a:schemeClr val="tx2"/>
                </a:solidFill>
                <a:latin typeface="Book Antiqua" pitchFamily="18" charset="0"/>
              </a:rPr>
              <a:t>vârsta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 mea?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”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Rezult</a:t>
            </a:r>
            <a:r>
              <a:rPr lang="vi-VN" sz="28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S2.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S1-S2+</a:t>
            </a:r>
            <a:r>
              <a:rPr lang="en-US" sz="2800" i="1" dirty="0">
                <a:solidFill>
                  <a:schemeClr val="tx2"/>
                </a:solidFill>
                <a:latin typeface="Book Antiqua" pitchFamily="18" charset="0"/>
              </a:rPr>
              <a:t>vârsta mea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vârsta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Joe!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72869"/>
            <a:ext cx="10147300" cy="646331"/>
          </a:xfrm>
        </p:spPr>
        <p:txBody>
          <a:bodyPr/>
          <a:lstStyle/>
          <a:p>
            <a:pPr eaLnBrk="1" hangingPunct="1"/>
            <a:r>
              <a:rPr lang="en-US" dirty="0"/>
              <a:t>SQL Injection</a:t>
            </a:r>
            <a:endParaRPr lang="bg-BG" dirty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914400" y="1676400"/>
            <a:ext cx="11049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b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b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Tehnic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exploateaz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vulnerabilitate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securitate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apare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la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nivelui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accesului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bazei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date a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aplicaţii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32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Este un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caz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particular al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clase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generale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vulnerabilit</a:t>
            </a:r>
            <a:r>
              <a:rPr lang="vi-VN" sz="32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ţi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apare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atunci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când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un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limbaj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de scripting/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programare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inserat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într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-un alt </a:t>
            </a:r>
            <a:r>
              <a:rPr lang="en-US" sz="3200" dirty="0" err="1">
                <a:solidFill>
                  <a:schemeClr val="tx2"/>
                </a:solidFill>
                <a:latin typeface="Book Antiqua" pitchFamily="18" charset="0"/>
              </a:rPr>
              <a:t>limbaj</a:t>
            </a:r>
            <a:r>
              <a:rPr lang="en-US" sz="32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25" y="8641"/>
            <a:ext cx="26193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BE7D-6D0C-446D-9806-8963436E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11391901" cy="641350"/>
          </a:xfrm>
        </p:spPr>
        <p:txBody>
          <a:bodyPr/>
          <a:lstStyle/>
          <a:p>
            <a:r>
              <a:rPr lang="en-US" dirty="0"/>
              <a:t>SQL Injection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D1DC1-7183-4168-B61F-6DE969279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419599"/>
            <a:ext cx="8534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200" b="1">
                <a:latin typeface="Courier New" pitchFamily="49" charset="0"/>
              </a:rPr>
              <a:t>... ...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200" b="1">
                <a:latin typeface="Courier New" pitchFamily="49" charset="0"/>
              </a:rPr>
              <a:t>name = get_input; </a:t>
            </a:r>
            <a:br>
              <a:rPr lang="en-US" sz="2200" b="1">
                <a:latin typeface="Courier New" pitchFamily="49" charset="0"/>
              </a:rPr>
            </a:br>
            <a:r>
              <a:rPr lang="en-US" sz="2200" b="1">
                <a:latin typeface="Courier New" pitchFamily="49" charset="0"/>
              </a:rPr>
              <a:t>sql = "</a:t>
            </a:r>
            <a:r>
              <a:rPr lang="en-US" sz="2200" b="1">
                <a:solidFill>
                  <a:schemeClr val="folHlink"/>
                </a:solidFill>
                <a:latin typeface="Courier New" pitchFamily="49" charset="0"/>
              </a:rPr>
              <a:t>insert into students (‘</a:t>
            </a:r>
            <a:r>
              <a:rPr lang="en-US" sz="2200" b="1">
                <a:latin typeface="Courier New" pitchFamily="49" charset="0"/>
              </a:rPr>
              <a:t>" + name + “</a:t>
            </a:r>
            <a:r>
              <a:rPr lang="en-US" sz="2200" b="1">
                <a:solidFill>
                  <a:schemeClr val="folHlink"/>
                </a:solidFill>
                <a:latin typeface="Courier New" pitchFamily="49" charset="0"/>
              </a:rPr>
              <a:t>’);</a:t>
            </a:r>
            <a:r>
              <a:rPr lang="en-US" sz="2200" b="1">
                <a:latin typeface="Courier New" pitchFamily="49" charset="0"/>
              </a:rPr>
              <a:t>" </a:t>
            </a:r>
            <a:br>
              <a:rPr lang="en-US" sz="2200" b="1">
                <a:latin typeface="Courier New" pitchFamily="49" charset="0"/>
              </a:rPr>
            </a:br>
            <a:r>
              <a:rPr lang="en-US" sz="2200" b="1">
                <a:latin typeface="Courier New" pitchFamily="49" charset="0"/>
              </a:rPr>
              <a:t>execute(sql)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200" b="1">
                <a:latin typeface="Courier New" pitchFamily="49" charset="0"/>
              </a:rPr>
              <a:t>... ... 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03E34E1-E498-4768-BA20-552195EC9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119507"/>
              </p:ext>
            </p:extLst>
          </p:nvPr>
        </p:nvGraphicFramePr>
        <p:xfrm>
          <a:off x="3276600" y="1447800"/>
          <a:ext cx="6172200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00000" imgH="1971950" progId="Paint.Picture">
                  <p:embed/>
                </p:oleObj>
              </mc:Choice>
              <mc:Fallback>
                <p:oleObj name="Bitmap Image" r:id="rId2" imgW="4600000" imgH="1971950" progId="Paint.Picture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A03E34E1-E498-4768-BA20-552195EC9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447800"/>
                        <a:ext cx="6172200" cy="264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>
            <a:extLst>
              <a:ext uri="{FF2B5EF4-FFF2-40B4-BE49-F238E27FC236}">
                <a16:creationId xmlns:a16="http://schemas.microsoft.com/office/drawing/2014/main" id="{2EDA4545-9F2D-43A1-9DD3-09A2702CC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038600"/>
            <a:ext cx="3328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Source: </a:t>
            </a:r>
            <a:r>
              <a:rPr lang="en-US" sz="1800">
                <a:solidFill>
                  <a:schemeClr val="tx2"/>
                </a:solidFill>
                <a:latin typeface="Book Antiqua" pitchFamily="18" charset="0"/>
                <a:hlinkClick r:id="rId4"/>
              </a:rPr>
              <a:t>http://xkcd.com/327/</a:t>
            </a:r>
            <a:endParaRPr lang="en-US" sz="1800">
              <a:solidFill>
                <a:schemeClr val="tx2"/>
              </a:solidFill>
              <a:latin typeface="Book Antiqua" pitchFamily="18" charset="0"/>
            </a:endParaRP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51ACA10A-6831-4573-8BB9-A58E7154C430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1930399"/>
            <a:ext cx="1981200" cy="3100388"/>
            <a:chOff x="3408" y="1168"/>
            <a:chExt cx="1248" cy="1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98F18A-8FF6-4E4C-96AF-E7264AF84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68"/>
              <a:ext cx="1248" cy="528"/>
            </a:xfrm>
            <a:prstGeom prst="ellipse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Arc 10">
              <a:extLst>
                <a:ext uri="{FF2B5EF4-FFF2-40B4-BE49-F238E27FC236}">
                  <a16:creationId xmlns:a16="http://schemas.microsoft.com/office/drawing/2014/main" id="{20DAE763-97D6-46B4-BF35-41335FAD7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680"/>
              <a:ext cx="192" cy="1441"/>
            </a:xfrm>
            <a:custGeom>
              <a:avLst/>
              <a:gdLst>
                <a:gd name="T0" fmla="*/ 0 w 21600"/>
                <a:gd name="T1" fmla="*/ 0 h 21324"/>
                <a:gd name="T2" fmla="*/ 2 w 21600"/>
                <a:gd name="T3" fmla="*/ 97 h 21324"/>
                <a:gd name="T4" fmla="*/ 0 w 21600"/>
                <a:gd name="T5" fmla="*/ 97 h 21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324" fill="none" extrusionOk="0">
                  <a:moveTo>
                    <a:pt x="3439" y="-1"/>
                  </a:moveTo>
                  <a:cubicBezTo>
                    <a:pt x="13905" y="1687"/>
                    <a:pt x="21600" y="10722"/>
                    <a:pt x="21600" y="21324"/>
                  </a:cubicBezTo>
                </a:path>
                <a:path w="21600" h="21324" stroke="0" extrusionOk="0">
                  <a:moveTo>
                    <a:pt x="3439" y="-1"/>
                  </a:moveTo>
                  <a:cubicBezTo>
                    <a:pt x="13905" y="1687"/>
                    <a:pt x="21600" y="10722"/>
                    <a:pt x="21600" y="21324"/>
                  </a:cubicBezTo>
                  <a:lnTo>
                    <a:pt x="0" y="21324"/>
                  </a:lnTo>
                  <a:lnTo>
                    <a:pt x="3439" y="-1"/>
                  </a:lnTo>
                  <a:close/>
                </a:path>
              </a:pathLst>
            </a:custGeom>
            <a:noFill/>
            <a:ln w="19050">
              <a:solidFill>
                <a:schemeClr val="folHlink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A2E387C-7CB3-400A-A109-2F0303A85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495799"/>
            <a:ext cx="8153400" cy="1905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en-US" sz="2200" b="1" dirty="0">
              <a:latin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br>
              <a:rPr lang="en-US" sz="2200" b="1" dirty="0">
                <a:latin typeface="Courier New" pitchFamily="49" charset="0"/>
              </a:rPr>
            </a:br>
            <a:r>
              <a:rPr lang="en-US" sz="2200" b="1" dirty="0">
                <a:solidFill>
                  <a:schemeClr val="folHlink"/>
                </a:solidFill>
                <a:latin typeface="Courier New" pitchFamily="49" charset="0"/>
              </a:rPr>
              <a:t>insert into students (‘</a:t>
            </a:r>
            <a:r>
              <a:rPr lang="en-US" b="1" dirty="0">
                <a:solidFill>
                  <a:srgbClr val="FF7C80"/>
                </a:solidFill>
                <a:latin typeface="Courier New" pitchFamily="49" charset="0"/>
              </a:rPr>
              <a:t>Robert’); DROP TABLE Students;--</a:t>
            </a:r>
            <a:r>
              <a:rPr lang="en-US" sz="2200" b="1" dirty="0">
                <a:solidFill>
                  <a:schemeClr val="folHlink"/>
                </a:solidFill>
                <a:latin typeface="Courier New" pitchFamily="49" charset="0"/>
              </a:rPr>
              <a:t>’);</a:t>
            </a:r>
            <a:r>
              <a:rPr lang="en-US" sz="2200" b="1" dirty="0">
                <a:latin typeface="Courier New" pitchFamily="49" charset="0"/>
              </a:rPr>
              <a:t> </a:t>
            </a:r>
            <a:br>
              <a:rPr lang="en-US" sz="2200" b="1" dirty="0">
                <a:latin typeface="Courier New" pitchFamily="49" charset="0"/>
              </a:rPr>
            </a:br>
            <a:endParaRPr lang="en-US" sz="2200" b="1" dirty="0">
              <a:latin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578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573088"/>
            <a:ext cx="10363200" cy="646112"/>
          </a:xfrm>
        </p:spPr>
        <p:txBody>
          <a:bodyPr/>
          <a:lstStyle/>
          <a:p>
            <a:pPr eaLnBrk="1" hangingPunct="1"/>
            <a:r>
              <a:rPr lang="en-US" dirty="0" err="1"/>
              <a:t>Clasificare</a:t>
            </a:r>
            <a:r>
              <a:rPr lang="en-US" dirty="0"/>
              <a:t> SQLI</a:t>
            </a:r>
            <a:endParaRPr lang="bg-BG" dirty="0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1066800" y="1447800"/>
            <a:ext cx="10896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Inband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extrase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acelaşi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canal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utilizat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injectarea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codului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SQL.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Out-of-band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datele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sunt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returnate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canale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diferite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(ex. 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email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conţine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rezultatele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Inferential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nu are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loc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un transfer de date,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informaţia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poate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fi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reconstruit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trimiterea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cereri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particulare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observarea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comportamentului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severului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baze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date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aplicaţiei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73088"/>
            <a:ext cx="10210800" cy="646112"/>
          </a:xfrm>
        </p:spPr>
        <p:txBody>
          <a:bodyPr/>
          <a:lstStyle/>
          <a:p>
            <a:pPr eaLnBrk="1" hangingPunct="1"/>
            <a:r>
              <a:rPr lang="en-US" dirty="0" err="1"/>
              <a:t>Tipuri</a:t>
            </a:r>
            <a:r>
              <a:rPr lang="en-US" dirty="0"/>
              <a:t> de SQLI</a:t>
            </a:r>
            <a:endParaRPr lang="bg-BG" dirty="0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990600" y="1524000"/>
            <a:ext cx="10820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Bazat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eroare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contruirea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interog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cauzeaz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eroare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şi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deducerea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informaţii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baza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erorii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respective.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Bazat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Book Antiqua" pitchFamily="18" charset="0"/>
              </a:rPr>
              <a:t>pe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 </a:t>
            </a:r>
            <a:r>
              <a:rPr lang="en-US" sz="2600" i="1" dirty="0">
                <a:solidFill>
                  <a:srgbClr val="C00000"/>
                </a:solidFill>
                <a:latin typeface="Book Antiqua" pitchFamily="18" charset="0"/>
              </a:rPr>
              <a:t>union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foloseşte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SQL UNION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combina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rezultatele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mai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multor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comenzi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SELECT SQL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într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-un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singur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Foarte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util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SQL Injection!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Book Antiqua" pitchFamily="18" charset="0"/>
              </a:rPr>
              <a:t>Orb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Evaluarea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condiţii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adev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rate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false se face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deducând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spunsul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prin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returnarea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unei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pagini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web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valide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nu,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sau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timpul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necesar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pentru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returnarea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paginii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de r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spuns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72870"/>
            <a:ext cx="10045700" cy="646331"/>
          </a:xfrm>
        </p:spPr>
        <p:txBody>
          <a:bodyPr/>
          <a:lstStyle/>
          <a:p>
            <a:pPr eaLnBrk="1" hangingPunct="1"/>
            <a:r>
              <a:rPr lang="en-US" dirty="0"/>
              <a:t>SQLI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erori</a:t>
            </a:r>
            <a:endParaRPr lang="bg-BG" dirty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762000" y="1524000"/>
            <a:ext cx="11201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6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 or 1=convert(</a:t>
            </a:r>
            <a:r>
              <a:rPr lang="en-US" sz="26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,(USER))--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Syntax error converting the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nvarchar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value '[j0e]' to a column of data type </a:t>
            </a:r>
            <a:r>
              <a:rPr lang="ro-RO" sz="2600" i="1" dirty="0" err="1">
                <a:solidFill>
                  <a:schemeClr val="tx2"/>
                </a:solidFill>
                <a:latin typeface="Book Antiqua" pitchFamily="18" charset="0"/>
              </a:rPr>
              <a:t>int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În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MySQL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- un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utilizator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bazei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de date se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USER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-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numele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bazei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de date se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DB_NAME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-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numele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serverul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BD se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folosind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@@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servername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-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versiunea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sistemului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ro-RO" sz="2600" i="1" dirty="0">
                <a:solidFill>
                  <a:schemeClr val="tx2"/>
                </a:solidFill>
                <a:latin typeface="Book Antiqua" pitchFamily="18" charset="0"/>
              </a:rPr>
              <a:t>d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operare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se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din @@version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573088"/>
            <a:ext cx="10363200" cy="646112"/>
          </a:xfrm>
        </p:spPr>
        <p:txBody>
          <a:bodyPr/>
          <a:lstStyle/>
          <a:p>
            <a:pPr eaLnBrk="1" hangingPunct="1"/>
            <a:r>
              <a:rPr lang="en-US" dirty="0"/>
              <a:t>SQLI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i="1" dirty="0"/>
              <a:t>union</a:t>
            </a:r>
            <a:endParaRPr lang="bg-BG" i="1" dirty="0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066800" y="15240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 UNION SELECT ALL 1--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Eroare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: “All queries in an SQL statement containing a UNION operator must have an equal number of expressions in their target lists.”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 UNION SELECT ALL 1,2--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Eroare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: “All queries in an SQL statement containing a UNION operator must have an equal number of expressions in their target lists.”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 UNION SELECT ALL 1,2,3--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Eroare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: “All queries in an SQL statement containing a UNION operator must have an equal number of expressions in their target lists.”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 UNION SELECT ALL 1,2,3,4--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F</a:t>
            </a:r>
            <a:r>
              <a:rPr lang="vi-VN" sz="20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vi-VN" sz="20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 err="1">
                <a:solidFill>
                  <a:schemeClr val="tx2"/>
                </a:solidFill>
                <a:latin typeface="Book Antiqua" pitchFamily="18" charset="0"/>
              </a:rPr>
              <a:t>eroare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!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  <a:sym typeface="Wingdings" pitchFamily="2" charset="2"/>
              </a:rPr>
              <a:t></a:t>
            </a: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0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http://[site]/page.asp?id=null UNION SELECT ALL 1,USER,3,4--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000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6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573088"/>
            <a:ext cx="10426700" cy="646112"/>
          </a:xfrm>
        </p:spPr>
        <p:txBody>
          <a:bodyPr/>
          <a:lstStyle/>
          <a:p>
            <a:pPr eaLnBrk="1" hangingPunct="1"/>
            <a:r>
              <a:rPr lang="en-US" dirty="0"/>
              <a:t> SQLI orb</a:t>
            </a:r>
            <a:endParaRPr lang="bg-BG" dirty="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762000" y="1295400"/>
            <a:ext cx="11887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Cum se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obţine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dimensiunea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numelui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utilizatorului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BD (3)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b="1" i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(LEN(USER)=1) WAITFOR DELAY '00:00:10'--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imediat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(LEN(USER)=2) WAITFOR DELAY '00:00:10'--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imediat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(LEN(USER)=3) WAITFOR DELAY '00:00:10'--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cu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întârziere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de 10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secunde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6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-9526"/>
            <a:ext cx="6400800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573088"/>
            <a:ext cx="10350500" cy="646112"/>
          </a:xfrm>
        </p:spPr>
        <p:txBody>
          <a:bodyPr/>
          <a:lstStyle/>
          <a:p>
            <a:pPr eaLnBrk="1" hangingPunct="1"/>
            <a:r>
              <a:rPr lang="en-US" dirty="0"/>
              <a:t> SQLI orb</a:t>
            </a:r>
            <a:endParaRPr lang="bg-BG" dirty="0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52400" y="1219200"/>
            <a:ext cx="11734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Cum se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afl</a:t>
            </a:r>
            <a:r>
              <a:rPr lang="vi-VN" sz="26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primul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caracter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al </a:t>
            </a:r>
            <a:r>
              <a:rPr lang="en-US" sz="2600" dirty="0" err="1">
                <a:solidFill>
                  <a:schemeClr val="tx2"/>
                </a:solidFill>
                <a:latin typeface="Book Antiqua" pitchFamily="18" charset="0"/>
              </a:rPr>
              <a:t>lui</a:t>
            </a:r>
            <a:r>
              <a:rPr lang="en-US" sz="2600" dirty="0">
                <a:solidFill>
                  <a:schemeClr val="tx2"/>
                </a:solidFill>
                <a:latin typeface="Book Antiqua" pitchFamily="18" charset="0"/>
              </a:rPr>
              <a:t> USER (‘D’)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18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(ASCII( lower( substring( (USER),1,1)))&gt;97) </a:t>
            </a:r>
            <a:br>
              <a:rPr lang="ro-RO" sz="18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WAITFOR DELAY '00:00:10‘--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cu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întârziere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de 10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secunde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(ASCII( lower( substring((USER),1,1)))=98) WAITFOR DELAY '00:00:10'--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imediat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(ASCII( lower( substring((USER),1,1)))=99) WAITFOR DELAY '00:00:10'—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Este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imediat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endParaRPr lang="en-US" sz="2600" i="1" dirty="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endParaRPr lang="en-US" sz="800" b="1" i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http://[site]/page.asp?id=1; IF (ASCII( lower( substring((USER),1,1)))=100) WAITFOR DELAY '00:00:10'-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pagin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valid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este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returnat</a:t>
            </a:r>
            <a:r>
              <a:rPr lang="vi-VN" sz="2600" i="1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cu o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întârziere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 de 10 </a:t>
            </a:r>
            <a:r>
              <a:rPr lang="en-US" sz="2600" i="1" dirty="0" err="1">
                <a:solidFill>
                  <a:schemeClr val="tx2"/>
                </a:solidFill>
                <a:latin typeface="Book Antiqua" pitchFamily="18" charset="0"/>
              </a:rPr>
              <a:t>secunde</a:t>
            </a:r>
            <a:r>
              <a:rPr lang="en-US" sz="2600" i="1" dirty="0">
                <a:solidFill>
                  <a:schemeClr val="tx2"/>
                </a:solidFill>
                <a:latin typeface="Book Antiqu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7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7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69D1-B2E2-5C92-7AFA-F8A7725BA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1" y="376019"/>
            <a:ext cx="10883900" cy="646331"/>
          </a:xfrm>
        </p:spPr>
        <p:txBody>
          <a:bodyPr/>
          <a:lstStyle/>
          <a:p>
            <a:r>
              <a:rPr lang="en-US" dirty="0"/>
              <a:t>XML </a:t>
            </a:r>
            <a:r>
              <a:rPr lang="en-GB" b="0" i="0" dirty="0">
                <a:solidFill>
                  <a:srgbClr val="474747"/>
                </a:solidFill>
                <a:effectLst/>
                <a:latin typeface="Google Sans"/>
              </a:rPr>
              <a:t>Extensible Markup Language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465D-B281-3A5F-FB30-33F8C5ED1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19" y="914400"/>
            <a:ext cx="10814049" cy="4191000"/>
          </a:xfrm>
        </p:spPr>
        <p:txBody>
          <a:bodyPr/>
          <a:lstStyle/>
          <a:p>
            <a:r>
              <a:rPr lang="en-US" dirty="0" err="1"/>
              <a:t>Sintaxa</a:t>
            </a:r>
            <a:r>
              <a:rPr lang="en-US" dirty="0"/>
              <a:t>, case sensitive:</a:t>
            </a:r>
          </a:p>
          <a:p>
            <a:pPr marL="800100" lvl="2" indent="0">
              <a:buNone/>
            </a:pP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subchild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subchild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/child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/root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99999"/>
                </a:solidFill>
                <a:latin typeface="Consolas" panose="020B0609020204030204" pitchFamily="49" charset="0"/>
              </a:rPr>
              <a:t>Exemplu</a:t>
            </a:r>
            <a:r>
              <a:rPr lang="en-US" dirty="0">
                <a:solidFill>
                  <a:srgbClr val="999999"/>
                </a:solidFill>
                <a:latin typeface="Consolas" panose="020B0609020204030204" pitchFamily="49" charset="0"/>
              </a:rPr>
              <a:t>:</a:t>
            </a:r>
          </a:p>
          <a:p>
            <a:pPr marL="800100" lvl="2" indent="0">
              <a:buNone/>
            </a:pP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?xml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version</a:t>
            </a:r>
            <a:r>
              <a:rPr lang="en-GB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="1.0"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encoding</a:t>
            </a:r>
            <a:r>
              <a:rPr lang="en-GB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="UTF-8</a:t>
            </a:r>
            <a:r>
              <a:rPr lang="en-GB" sz="2000" b="1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Tove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/to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Jani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/from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Reminder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/heading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Don't forget me this weekend!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GB" sz="2000" dirty="0"/>
            </a:b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/note</a:t>
            </a:r>
            <a:r>
              <a:rPr lang="en-GB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150505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3065-F695-5ADB-9401-7E7DCDC6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XSD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F6A0C-69A0-61B3-B436-91B089A75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474747"/>
                </a:solidFill>
                <a:effectLst/>
                <a:latin typeface="Google Sans"/>
              </a:rPr>
              <a:t>An XML schema definition (XSD), is a framework document that 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defines the rules and constraints for XML documents</a:t>
            </a:r>
            <a:r>
              <a:rPr lang="en-GB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</a:p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used by programmers to verify each piece of item content in a document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00508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5A52-2B0D-207B-C73C-51325776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XSD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2AAD-BF21-0061-B1A1-B54DBE2B5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19200"/>
            <a:ext cx="10814049" cy="4953000"/>
          </a:xfrm>
        </p:spPr>
        <p:txBody>
          <a:bodyPr/>
          <a:lstStyle/>
          <a:p>
            <a:r>
              <a:rPr lang="en-US" sz="2800" dirty="0"/>
              <a:t>Un element din XML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definit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cadrul</a:t>
            </a:r>
            <a:r>
              <a:rPr lang="en-US" sz="2800" dirty="0"/>
              <a:t> XSD. </a:t>
            </a:r>
            <a:r>
              <a:rPr lang="en-US" sz="2800" dirty="0" err="1"/>
              <a:t>Tipuri</a:t>
            </a:r>
            <a:r>
              <a:rPr lang="en-US" sz="2800" dirty="0"/>
              <a:t>:</a:t>
            </a:r>
          </a:p>
          <a:p>
            <a:pPr lvl="2"/>
            <a:r>
              <a:rPr lang="en-US" dirty="0" err="1"/>
              <a:t>Simplu</a:t>
            </a:r>
            <a:endParaRPr lang="en-US" dirty="0"/>
          </a:p>
          <a:p>
            <a:pPr lvl="2"/>
            <a:r>
              <a:rPr lang="en-US" dirty="0"/>
              <a:t>Complex</a:t>
            </a:r>
          </a:p>
          <a:p>
            <a:pPr lvl="2"/>
            <a:r>
              <a:rPr lang="en-US" dirty="0"/>
              <a:t>Global</a:t>
            </a:r>
          </a:p>
          <a:p>
            <a:r>
              <a:rPr lang="en-US" sz="2800" dirty="0"/>
              <a:t>Un element </a:t>
            </a:r>
            <a:r>
              <a:rPr lang="en-US" sz="2800" dirty="0" err="1"/>
              <a:t>definit</a:t>
            </a:r>
            <a:r>
              <a:rPr lang="en-US" sz="2800" dirty="0"/>
              <a:t> ca &lt;</a:t>
            </a:r>
            <a:r>
              <a:rPr lang="en-US" sz="2800" dirty="0" err="1"/>
              <a:t>xs:element</a:t>
            </a:r>
            <a:r>
              <a:rPr lang="en-US" sz="2800" dirty="0"/>
              <a:t> name = "x" type = "y"/&gt;</a:t>
            </a:r>
          </a:p>
          <a:p>
            <a:r>
              <a:rPr lang="en-US" sz="2800" dirty="0" err="1"/>
              <a:t>Elementul</a:t>
            </a:r>
            <a:r>
              <a:rPr lang="en-US" sz="2800" dirty="0"/>
              <a:t> de tip </a:t>
            </a:r>
            <a:r>
              <a:rPr lang="en-US" sz="2800" dirty="0" err="1"/>
              <a:t>simplu</a:t>
            </a:r>
            <a:r>
              <a:rPr lang="en-US" sz="2800" dirty="0"/>
              <a:t> </a:t>
            </a:r>
            <a:r>
              <a:rPr lang="en-US" sz="2800" dirty="0" err="1"/>
              <a:t>conține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text </a:t>
            </a:r>
            <a:r>
              <a:rPr lang="en-US" sz="2800" dirty="0" err="1"/>
              <a:t>și</a:t>
            </a:r>
            <a:r>
              <a:rPr lang="en-US" sz="2800" dirty="0"/>
              <a:t> nu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avea</a:t>
            </a:r>
            <a:r>
              <a:rPr lang="en-US" sz="2800" dirty="0"/>
              <a:t> attribute</a:t>
            </a:r>
            <a:r>
              <a:rPr lang="en-US" dirty="0"/>
              <a:t>: </a:t>
            </a:r>
          </a:p>
          <a:p>
            <a:pPr lvl="3"/>
            <a:r>
              <a:rPr lang="en-US" dirty="0" err="1"/>
              <a:t>xs:integer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xs:Boolean</a:t>
            </a:r>
            <a:endParaRPr lang="en-US" dirty="0"/>
          </a:p>
          <a:p>
            <a:pPr lvl="3"/>
            <a:r>
              <a:rPr lang="en-US" dirty="0" err="1"/>
              <a:t>xs:string</a:t>
            </a:r>
            <a:endParaRPr lang="en-US" dirty="0"/>
          </a:p>
          <a:p>
            <a:pPr lvl="3"/>
            <a:r>
              <a:rPr lang="en-US" dirty="0" err="1"/>
              <a:t>xs:date</a:t>
            </a:r>
            <a:endParaRPr lang="en-US" dirty="0"/>
          </a:p>
          <a:p>
            <a:pPr lvl="3"/>
            <a:r>
              <a:rPr lang="en-US" dirty="0"/>
              <a:t>De </a:t>
            </a:r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Sintaxă</a:t>
            </a:r>
            <a:r>
              <a:rPr lang="en-US" dirty="0"/>
              <a:t>: &lt;</a:t>
            </a:r>
            <a:r>
              <a:rPr lang="en-US" dirty="0" err="1"/>
              <a:t>xs:element</a:t>
            </a:r>
            <a:r>
              <a:rPr lang="en-US" dirty="0"/>
              <a:t> name = "</a:t>
            </a:r>
            <a:r>
              <a:rPr lang="en-US" dirty="0" err="1"/>
              <a:t>phone_number</a:t>
            </a:r>
            <a:r>
              <a:rPr lang="en-US" dirty="0"/>
              <a:t>" type = "</a:t>
            </a:r>
            <a:r>
              <a:rPr lang="en-US" dirty="0" err="1"/>
              <a:t>xs:int</a:t>
            </a:r>
            <a:r>
              <a:rPr lang="en-US" dirty="0"/>
              <a:t>" /&gt;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73016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95DFD-75A3-E804-8E81-ADE5DB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525F-23AE-16A3-029D-F68F832FE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XML Schemas are written in XML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XML Schemas are extensible to additions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XML Schemas support data types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GB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XML Schemas support namespaces</a:t>
            </a:r>
          </a:p>
          <a:p>
            <a:pPr marL="0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99404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7614-5B12-4A8D-D3FE-6952139B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Schema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AB2C-7FD1-C2F5-45B6-4AC62E372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="note"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br>
              <a:rPr lang="ro-RO" sz="2400" dirty="0"/>
            </a:b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xs:complexType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xs:sequence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xs:string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xs:string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xs:string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="body"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o-RO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ro-RO" sz="24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xs:string</a:t>
            </a:r>
            <a:r>
              <a:rPr lang="ro-RO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xs:sequence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xs:complexType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ro-RO" sz="2400" dirty="0"/>
            </a:b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o-RO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o-RO" sz="24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xs:element</a:t>
            </a:r>
            <a:r>
              <a:rPr lang="ro-RO" sz="24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922417533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7655AB-11D4-414E-BF04-A3FC19783A4B}"/>
</file>

<file path=customXml/itemProps2.xml><?xml version="1.0" encoding="utf-8"?>
<ds:datastoreItem xmlns:ds="http://schemas.openxmlformats.org/officeDocument/2006/customXml" ds:itemID="{3754E3FF-BC15-4379-B480-A4E8F5D0CAAD}"/>
</file>

<file path=customXml/itemProps3.xml><?xml version="1.0" encoding="utf-8"?>
<ds:datastoreItem xmlns:ds="http://schemas.openxmlformats.org/officeDocument/2006/customXml" ds:itemID="{7941BD0A-2CDC-4859-87C6-EC5C1FD768C9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110</TotalTime>
  <Words>3129</Words>
  <Application>Microsoft Office PowerPoint</Application>
  <PresentationFormat>Widescreen</PresentationFormat>
  <Paragraphs>285</Paragraphs>
  <Slides>33</Slides>
  <Notes>25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Arial</vt:lpstr>
      <vt:lpstr>Book Antiqua</vt:lpstr>
      <vt:lpstr>Calibri</vt:lpstr>
      <vt:lpstr>Calibri Light</vt:lpstr>
      <vt:lpstr>Consolas</vt:lpstr>
      <vt:lpstr>Courier New</vt:lpstr>
      <vt:lpstr>Google Sans</vt:lpstr>
      <vt:lpstr>Monotype Sorts</vt:lpstr>
      <vt:lpstr>Verdana</vt:lpstr>
      <vt:lpstr>Wingdings</vt:lpstr>
      <vt:lpstr>Bold Stripes</vt:lpstr>
      <vt:lpstr>Office Theme</vt:lpstr>
      <vt:lpstr>Bitmap Image</vt:lpstr>
      <vt:lpstr>PowerPoint Presentation</vt:lpstr>
      <vt:lpstr>Obiective</vt:lpstr>
      <vt:lpstr>Controlul accesului</vt:lpstr>
      <vt:lpstr>Controlul discreţionar al accesului</vt:lpstr>
      <vt:lpstr> Comanda GRANT</vt:lpstr>
      <vt:lpstr> Comanda GRANT</vt:lpstr>
      <vt:lpstr>Exemple</vt:lpstr>
      <vt:lpstr>Comanda REVOKE</vt:lpstr>
      <vt:lpstr>GRANT/REVOKE pentru view-uri</vt:lpstr>
      <vt:lpstr>Securitatea şi view-urile</vt:lpstr>
      <vt:lpstr>Autorizare pe bază de roluri</vt:lpstr>
      <vt:lpstr>Securitate la nivel de câmp</vt:lpstr>
      <vt:lpstr>Controlul obligatoriu al accesului</vt:lpstr>
      <vt:lpstr>De ce control obligatoriu?</vt:lpstr>
      <vt:lpstr>Modelul Bell-LaPadula</vt:lpstr>
      <vt:lpstr>Motivare</vt:lpstr>
      <vt:lpstr>Relaţii multinivel</vt:lpstr>
      <vt:lpstr>Securitatea în BD statistice</vt:lpstr>
      <vt:lpstr>De ce alegerea unui N minim nu e suficient?</vt:lpstr>
      <vt:lpstr>SQL Injection</vt:lpstr>
      <vt:lpstr>SQL Injection</vt:lpstr>
      <vt:lpstr>Clasificare SQLI</vt:lpstr>
      <vt:lpstr>Tipuri de SQLI</vt:lpstr>
      <vt:lpstr>SQLI bazat pe erori</vt:lpstr>
      <vt:lpstr>SQLI bazat pe union</vt:lpstr>
      <vt:lpstr> SQLI orb</vt:lpstr>
      <vt:lpstr>PowerPoint Presentation</vt:lpstr>
      <vt:lpstr> SQLI orb</vt:lpstr>
      <vt:lpstr>XML Extensible Markup Language</vt:lpstr>
      <vt:lpstr>XSD</vt:lpstr>
      <vt:lpstr>XSD</vt:lpstr>
      <vt:lpstr>XML Schema</vt:lpstr>
      <vt:lpstr>XML Schema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2139</cp:revision>
  <cp:lastPrinted>1601-01-01T00:00:00Z</cp:lastPrinted>
  <dcterms:created xsi:type="dcterms:W3CDTF">2004-02-22T11:33:27Z</dcterms:created>
  <dcterms:modified xsi:type="dcterms:W3CDTF">2025-05-17T09:13:47Z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